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56" y="-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B4D2C-3B0E-EADF-EC50-3070AF39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4A52DB-0DAD-5831-D161-807447160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749BE-D278-5258-EB9B-D7BAE347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5B5C3F-A42D-10E5-3672-973465CF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FCDC1-F5A8-6EBB-A7C8-38567F44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82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8A0D1-0861-B1C8-AB5F-F13FD4EE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9E2D24-848F-D685-1D67-776C0F05B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6A57D3-56EF-4770-3C63-29566C5C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D557FD-AC97-35FA-63AC-1F8DF72A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1D873-6ED3-5CB6-4A6D-0C5032F7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03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8460F-CA81-93ED-722B-E87B23E2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1612F8-91C4-F4C7-B481-8BF3B2AF3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9CE40-1427-8ADA-C4C5-937C7C3F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3FEA43-709A-26C0-0564-1551D2C4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BC3B1E-D331-FC74-3393-B479C4BF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82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A991-DD75-0F87-B5EC-A999209D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411F1A-A786-C76E-79FA-E23368E0F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D68755-C668-EE61-A14B-A7BDF883C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F2CACD-40D4-22CD-036F-20C2C03C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BBA37A-66BB-F3A7-8710-5E722FDE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4E9689-EBC5-E26D-FD1C-EA4D6E48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56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3DA38-954B-94A5-E6AC-BDF263BC1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720A02-15D1-28C8-392B-E89D1D9E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AA2EEE-5FAE-7328-2C81-1B1485AC6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977706-EBAE-69AB-F049-B8C57D3AA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F533A0-3D61-A13E-BEED-1A914D049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AF8E09-2905-FD29-C759-82DB8E78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C468E0-9A37-A4A9-B007-5E73F90B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35439B-8FC6-47A0-7451-1A6FE395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28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6C107-BB57-C4C9-C288-EE62B008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E94F7B-39BA-866A-B505-5B38AEAA7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BF625F-5790-B0CC-0F5A-20600FAB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3FC6E6-3FCD-BDA0-46E5-A81EC5F4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1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CE1730-2126-ACCB-DEDE-CC3B4174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B585338-1CFB-4C6C-1C54-87D9D899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DC741D-F16B-C7C1-0F62-60BBEE3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862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5D456-F237-986E-5119-674DB0D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CAD49-20FB-2E57-832A-56689EB49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57DC74-21E9-E2B5-6739-CBCDD4029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24FE9D-7C21-0BBB-5A53-990CB2D2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78901C-2486-FA39-8CEA-89040E15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C2C79A-6861-754B-B3AB-9065FBBC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60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2BB38-79F9-3F8D-7DE1-84265C03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289D5D-B84E-B765-7548-030B43E92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E73664-F1DB-B061-E9BF-2F2B2AE4A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2E7AC3-5E2A-2F7C-6D74-ED43A2E6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54C3F1-4FEF-8054-48A6-1288AF94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F9FB26-FD44-AED2-904A-4B7490E5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95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0A75A-4CA1-115D-1536-BC08740B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54324A-AA66-CEE1-CDFA-B0875A501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246E7E-9B4D-FDAC-82DB-66356ABF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BB94F-20D2-3956-1550-FE61B0F4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214BCC-6B6E-07A4-483C-7040FD7C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20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239C95F-72F9-AF91-4C09-ECFA12157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0E65EC-CC8E-7E11-5992-2CFB77F8C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9F088-114F-0373-2475-D1EF80BB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E098AC-C39C-EA87-3EA8-0931C4CB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79D07F-0A07-BA1C-8181-3E6A7E41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3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4D21615-581D-615A-21F3-CAF6B854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A419BC-0089-4F46-F6F4-014CE6821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F5DD40-A5B7-E01C-22ED-FD58939D7A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CACC7-8062-47A5-9E8D-17DF4420A13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49599-CECE-D14C-D59C-FEAE8822E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1C7C1E-6C0F-560B-1142-E4FE255EE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E2F4C-8669-43F4-A1CB-F170DF63A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62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DEC26090-72F9-36AA-BFFE-69AAEEAC878B}"/>
              </a:ext>
            </a:extLst>
          </p:cNvPr>
          <p:cNvCxnSpPr>
            <a:cxnSpLocks/>
          </p:cNvCxnSpPr>
          <p:nvPr/>
        </p:nvCxnSpPr>
        <p:spPr>
          <a:xfrm flipH="1">
            <a:off x="10632734" y="1559518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2CF77AE1-9BAC-5772-1A57-CFD9D0D56D7F}"/>
              </a:ext>
            </a:extLst>
          </p:cNvPr>
          <p:cNvCxnSpPr>
            <a:cxnSpLocks/>
          </p:cNvCxnSpPr>
          <p:nvPr/>
        </p:nvCxnSpPr>
        <p:spPr>
          <a:xfrm flipH="1">
            <a:off x="8487227" y="1558330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24A12C20-6A99-1B78-3159-6D0E54B94EFC}"/>
              </a:ext>
            </a:extLst>
          </p:cNvPr>
          <p:cNvGrpSpPr/>
          <p:nvPr/>
        </p:nvGrpSpPr>
        <p:grpSpPr>
          <a:xfrm>
            <a:off x="9690934" y="2409404"/>
            <a:ext cx="721944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8B50EEE7-68B1-3535-FBC7-08B6CF9475D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D5B027F0-C4C7-299A-2F8A-B79061D9C50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62BB779E-99D8-EAE1-E22E-EC7E3FD88C2F}"/>
              </a:ext>
            </a:extLst>
          </p:cNvPr>
          <p:cNvCxnSpPr>
            <a:cxnSpLocks/>
          </p:cNvCxnSpPr>
          <p:nvPr/>
        </p:nvCxnSpPr>
        <p:spPr>
          <a:xfrm>
            <a:off x="2722705" y="1566970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E9042615-3938-BB2F-1AF0-E46650B9EC6A}"/>
              </a:ext>
            </a:extLst>
          </p:cNvPr>
          <p:cNvCxnSpPr>
            <a:cxnSpLocks/>
          </p:cNvCxnSpPr>
          <p:nvPr/>
        </p:nvCxnSpPr>
        <p:spPr>
          <a:xfrm>
            <a:off x="6311179" y="1564009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5AB0D08-F4EE-A10E-B934-4FC135AE5D54}"/>
              </a:ext>
            </a:extLst>
          </p:cNvPr>
          <p:cNvSpPr>
            <a:spLocks noChangeAspect="1"/>
          </p:cNvSpPr>
          <p:nvPr/>
        </p:nvSpPr>
        <p:spPr>
          <a:xfrm>
            <a:off x="249266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A140694-948A-7BA6-D901-343077A6EA29}"/>
              </a:ext>
            </a:extLst>
          </p:cNvPr>
          <p:cNvSpPr>
            <a:spLocks noChangeAspect="1"/>
          </p:cNvSpPr>
          <p:nvPr/>
        </p:nvSpPr>
        <p:spPr>
          <a:xfrm>
            <a:off x="249266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CF22A0B-5D89-21BB-9A0C-3B1473D280D9}"/>
              </a:ext>
            </a:extLst>
          </p:cNvPr>
          <p:cNvSpPr>
            <a:spLocks noChangeAspect="1"/>
          </p:cNvSpPr>
          <p:nvPr/>
        </p:nvSpPr>
        <p:spPr>
          <a:xfrm>
            <a:off x="4757018" y="414277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2F562A-C82A-75FA-5946-4EF2D43375EC}"/>
              </a:ext>
            </a:extLst>
          </p:cNvPr>
          <p:cNvSpPr>
            <a:spLocks noChangeAspect="1"/>
          </p:cNvSpPr>
          <p:nvPr/>
        </p:nvSpPr>
        <p:spPr>
          <a:xfrm>
            <a:off x="9050568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2CE5ADE-9623-EC93-43D1-C6B49D404618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330135" y="3424622"/>
            <a:ext cx="1799514" cy="79524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D99BBDA-2954-6EA9-C198-2BD6A70FF171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31726"/>
            <a:ext cx="2128851" cy="79012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61F01D7-6501-E3D1-13B2-231127F2D99D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505"/>
            <a:ext cx="4286658" cy="77834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AC415AB-36A7-906C-7408-AB38D11CCFEC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9320568" y="3436695"/>
            <a:ext cx="188343" cy="70409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028A87C-5C32-A326-D3E5-E6BD14545AE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734444" y="3424622"/>
            <a:ext cx="1101655" cy="79722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DEBD27C-9AC2-3F85-91E8-4F5E48A2A4E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734444" y="3432019"/>
            <a:ext cx="5395205" cy="78785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3A96C41-EC21-637E-DC1E-3A1CFAC716F9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9511487" y="3441046"/>
            <a:ext cx="2142622" cy="77882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F1173E1-F3CA-2795-D94E-620A5455306B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063"/>
            <a:ext cx="6436172" cy="77878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1F2EE239-4056-2B70-FFD9-60E1FF1200CF}"/>
              </a:ext>
            </a:extLst>
          </p:cNvPr>
          <p:cNvSpPr>
            <a:spLocks noChangeAspect="1"/>
          </p:cNvSpPr>
          <p:nvPr/>
        </p:nvSpPr>
        <p:spPr>
          <a:xfrm>
            <a:off x="6904576" y="5042786"/>
            <a:ext cx="540000" cy="540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F0BC3D1D-F6DD-AA59-DB56-972402EB47FC}"/>
              </a:ext>
            </a:extLst>
          </p:cNvPr>
          <p:cNvCxnSpPr>
            <a:cxnSpLocks/>
            <a:stCxn id="10" idx="5"/>
            <a:endCxn id="49" idx="1"/>
          </p:cNvCxnSpPr>
          <p:nvPr/>
        </p:nvCxnSpPr>
        <p:spPr>
          <a:xfrm>
            <a:off x="5217937" y="4603689"/>
            <a:ext cx="1765720" cy="51817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C4F025DF-00EB-4F30-2F23-C3AD735B8FE0}"/>
              </a:ext>
            </a:extLst>
          </p:cNvPr>
          <p:cNvCxnSpPr>
            <a:cxnSpLocks/>
            <a:stCxn id="12" idx="3"/>
            <a:endCxn id="49" idx="7"/>
          </p:cNvCxnSpPr>
          <p:nvPr/>
        </p:nvCxnSpPr>
        <p:spPr>
          <a:xfrm flipH="1">
            <a:off x="7365495" y="4601708"/>
            <a:ext cx="1764154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F8C5F985-CD1B-F794-B07D-F6DB876F4BED}"/>
              </a:ext>
            </a:extLst>
          </p:cNvPr>
          <p:cNvSpPr>
            <a:spLocks noChangeAspect="1"/>
          </p:cNvSpPr>
          <p:nvPr/>
        </p:nvSpPr>
        <p:spPr>
          <a:xfrm>
            <a:off x="609037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91CAC408-B247-B667-9DCE-0D23ACEA5AB6}"/>
              </a:ext>
            </a:extLst>
          </p:cNvPr>
          <p:cNvSpPr>
            <a:spLocks noChangeAspect="1"/>
          </p:cNvSpPr>
          <p:nvPr/>
        </p:nvSpPr>
        <p:spPr>
          <a:xfrm>
            <a:off x="6090375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89636332-4149-4C46-D9BC-989B805E8DF0}"/>
              </a:ext>
            </a:extLst>
          </p:cNvPr>
          <p:cNvSpPr>
            <a:spLocks noChangeAspect="1"/>
          </p:cNvSpPr>
          <p:nvPr/>
        </p:nvSpPr>
        <p:spPr>
          <a:xfrm>
            <a:off x="824809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AA60206C-F59C-FF08-535E-9339E01E5073}"/>
              </a:ext>
            </a:extLst>
          </p:cNvPr>
          <p:cNvSpPr>
            <a:spLocks noChangeAspect="1"/>
          </p:cNvSpPr>
          <p:nvPr/>
        </p:nvSpPr>
        <p:spPr>
          <a:xfrm>
            <a:off x="824809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9B141FE7-9F7F-7884-B73B-B9132AFCBDFD}"/>
              </a:ext>
            </a:extLst>
          </p:cNvPr>
          <p:cNvSpPr>
            <a:spLocks noChangeAspect="1"/>
          </p:cNvSpPr>
          <p:nvPr/>
        </p:nvSpPr>
        <p:spPr>
          <a:xfrm>
            <a:off x="1040580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A9D454C3-AA51-0084-2384-FE181817B7EC}"/>
              </a:ext>
            </a:extLst>
          </p:cNvPr>
          <p:cNvSpPr>
            <a:spLocks noChangeAspect="1"/>
          </p:cNvSpPr>
          <p:nvPr/>
        </p:nvSpPr>
        <p:spPr>
          <a:xfrm>
            <a:off x="10415232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DE516F0-6ED4-8922-B7DA-BCDC9572E3F7}"/>
              </a:ext>
            </a:extLst>
          </p:cNvPr>
          <p:cNvGrpSpPr/>
          <p:nvPr/>
        </p:nvGrpSpPr>
        <p:grpSpPr>
          <a:xfrm>
            <a:off x="6972414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DBF5E379-4092-76B8-3B14-BAB804759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D88BB408-EDDE-C548-075F-954E97ED88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66DE202-08B6-7F3D-0424-D9F270CA9A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0851EFF6-2F8B-96C4-5BD4-9940914A6EF9}"/>
              </a:ext>
            </a:extLst>
          </p:cNvPr>
          <p:cNvGrpSpPr/>
          <p:nvPr/>
        </p:nvGrpSpPr>
        <p:grpSpPr>
          <a:xfrm>
            <a:off x="4810572" y="2799408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8167A547-D175-1EF8-EF1D-CFE35D0DA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3F8D7476-D6CB-778A-8CC2-08D1FA3F01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E5747B4C-4EBA-1D6B-9216-159D3D59FD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9E2C294-68F3-9744-9D9B-14F15781D96E}"/>
              </a:ext>
            </a:extLst>
          </p:cNvPr>
          <p:cNvGrpSpPr/>
          <p:nvPr/>
        </p:nvGrpSpPr>
        <p:grpSpPr>
          <a:xfrm>
            <a:off x="4810572" y="18022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85531F15-D645-1A35-9332-5A558333E0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017591C8-BA74-760E-A9DB-E387E4C52A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193DFD9B-D306-FB13-41FB-D67936CBB9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23AC2686-E498-040C-D11B-9C02E481D6FA}"/>
              </a:ext>
            </a:extLst>
          </p:cNvPr>
          <p:cNvGrpSpPr/>
          <p:nvPr/>
        </p:nvGrpSpPr>
        <p:grpSpPr>
          <a:xfrm>
            <a:off x="4810572" y="1371223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A7EA80C8-B54D-8466-A449-D6537CD18E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B09D3F96-ED07-D02A-D438-1DFD84CD57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A8BBA9E4-3E0F-C2CA-27FE-29D5ED78A7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A7CCDD55-BEBC-9D4E-B674-10F842DE42D2}"/>
              </a:ext>
            </a:extLst>
          </p:cNvPr>
          <p:cNvGrpSpPr/>
          <p:nvPr/>
        </p:nvGrpSpPr>
        <p:grpSpPr>
          <a:xfrm>
            <a:off x="7540158" y="2402566"/>
            <a:ext cx="721944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A1947631-DAD4-616C-9CFE-008DD4C8407A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516D074D-8A58-E95B-C546-A9D99328D4D5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44880D72-45A0-1BC9-366F-8455D7647540}"/>
              </a:ext>
            </a:extLst>
          </p:cNvPr>
          <p:cNvGrpSpPr/>
          <p:nvPr/>
        </p:nvGrpSpPr>
        <p:grpSpPr>
          <a:xfrm>
            <a:off x="6088886" y="219504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0894B8F2-7DB5-59D9-1147-851A4870377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6D95BAB3-D70D-6210-DE70-8BED457B6752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E5158A96-3F58-D1E7-C66D-3B7D8D6D2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1D5B3404-22F1-B64D-924D-DB69BB9987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F489E765-8469-FA23-B157-EFD8E78229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E617ADAD-A979-EA8F-F269-BAB33AEC4B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38DFA0D9-47EC-6068-DD42-8524B28DF8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C873C330-674C-44F5-CA33-722CAD8B8584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0ADF361B-21F4-C64E-8229-7D0CCA804767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26FB2130-471D-FA21-DDF3-BD934D4597A1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BFFE4B40-3BF1-0FE7-EEB9-0C6E6C5E8C71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4CBAF1DB-EE8D-3D01-84BA-28F3FC87E41C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BA1A186E-7CCC-C191-CA59-DCD7EFE237E2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41F9F0BD-2098-A9B6-5FB9-4EA7B8878339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4E4936BA-4254-EA9D-CC1F-9C96D81F4D52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79CC228F-4139-487C-93A3-96FF03E2986C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CFB8EDAA-D140-F57D-B110-95DC86C52698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7B16A5EE-B8F3-DB43-E20C-B7D2CA83FC91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381C788C-E09B-52E3-04F8-3CBA11D4BE6D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B742FF5A-B685-0A4C-7F0E-5540C7F4E4AD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6B2C7393-1F33-EFCB-9053-A9D4C9AA28CD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2C352E3A-06C7-E067-CF8A-48AB4E05B86D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FC2732D1-3F3B-B55C-DD98-4CE11281B06B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EE1AC43E-F420-DD6B-EC8E-3A7F41DDCAAE}"/>
              </a:ext>
            </a:extLst>
          </p:cNvPr>
          <p:cNvGrpSpPr/>
          <p:nvPr/>
        </p:nvGrpSpPr>
        <p:grpSpPr>
          <a:xfrm>
            <a:off x="2494684" y="2189035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CBCC0DE5-0BCA-797B-AC76-059132507D8D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8E4A070E-EC60-F2CE-BDD5-ADC2B4A847B0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4E419974-DC03-6D24-F411-58FBAA388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552F1449-695F-5649-28EB-AB64A00F1A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4CE64148-B02F-43D3-764B-89949D5CF1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95BF2CE2-C66C-5B18-A9DF-83165CA98A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55913DB1-5806-DE4A-AB05-FA039200FD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9C4F12FA-2B2B-77F2-A221-7AB25CC46965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CBF5F03B-79EE-4683-94FA-D1AB9ACF776F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877CE090-FEA5-10A2-18F8-4A64EBD760C9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3BC80A62-A631-FFF2-80A0-9AE14CD25FAE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645B8CC5-4E8B-AAEF-A5BC-56FC8505841B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E84BBD73-D516-75D0-EAD2-ADDC05D006E3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F13F4A60-FAB6-1E49-CAAC-68BB3E98D346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83068EB7-EAEE-3721-82B4-9F873858DBEA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A2E8E092-51F9-5AB7-D401-6FAD40669712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54BA0F4A-FA96-4FEB-646D-04C489B67BB6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98F096F6-1734-8D81-1CED-0BE3D0BC0625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F948EAA9-48B6-34AC-637C-EECFB595157A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6593F628-A09D-7BE3-39B6-3C1691FEC3FA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62DC23F0-9E53-C7BF-7B16-F7CAE6345B7A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DF6C4471-54F5-30F2-4542-A9E70F4A4A69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B086FF3E-75E9-A8C3-268D-4E1465B1F62F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20D9AB23-C272-01DC-6D6B-2CDD2E47EEA6}"/>
              </a:ext>
            </a:extLst>
          </p:cNvPr>
          <p:cNvGrpSpPr/>
          <p:nvPr/>
        </p:nvGrpSpPr>
        <p:grpSpPr>
          <a:xfrm>
            <a:off x="5367957" y="2404068"/>
            <a:ext cx="721944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C9584E0F-D391-52FA-D297-5300F06803D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ACD139C6-61C8-217B-7B39-B6923FDFEEBF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21D4F402-9CC4-71F0-65A1-EE3A402D82E2}"/>
              </a:ext>
            </a:extLst>
          </p:cNvPr>
          <p:cNvGrpSpPr/>
          <p:nvPr/>
        </p:nvGrpSpPr>
        <p:grpSpPr>
          <a:xfrm>
            <a:off x="3940204" y="2398319"/>
            <a:ext cx="721944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6DFA75AD-7398-7668-C3D0-CCB61B08A289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D1AC7956-4323-6D01-BFF1-075B0AC42ED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60E1F3E9-9D79-B2DD-144A-D2293DCBFF9B}"/>
              </a:ext>
            </a:extLst>
          </p:cNvPr>
          <p:cNvGrpSpPr/>
          <p:nvPr/>
        </p:nvGrpSpPr>
        <p:grpSpPr>
          <a:xfrm>
            <a:off x="8264835" y="2200418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7F7AFE7D-D1A3-DD0D-9F26-5FE48B85C213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754DCD9B-0D9E-9105-AAB5-7C7B6506983D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09118FBB-D614-0C19-96B5-BBCCF4D3F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23C5F46C-2F4A-4CC0-19A2-1F2AB241C7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7CB7E4EE-0940-5B9A-2FD9-59FB741435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405BA813-7CA0-620E-9B81-5CF503ABFC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CEF6DBF-3AEA-1AF6-FF14-B097662C44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892ABA31-99F7-68CA-FECE-8F1A32F80AE9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5CF09D92-14B2-BD90-7875-54F7C72C3286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9686CAC6-0A5B-753B-468B-6F99656FD238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40C818D5-03A3-6C4D-62C8-6DC5E2ADC535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7BF0B2A9-E74A-F987-0562-A36C6F87AE03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467569B8-B552-5F4A-F2B9-32DEAB7DC8E2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C722DAFE-E6F1-20A8-EFBD-D3B60BED3350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DA4EA7E5-D616-6F44-5237-60B2F0CCC49F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C6368538-9235-9D9A-3D2A-0579C81EB6C9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8F7B13D6-56BF-469F-9F2F-4DAEE9106CA5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4D4A3AEC-B434-6F87-3C79-AD27CB5CD166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375AD7FF-F367-92D3-9024-E2C38ABDFD29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9265DC37-EEBE-1AEB-F4D1-3BFAAC01DE87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0E0DD9BD-CB65-D6F5-8894-79851CA8D172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636A0B8C-6230-4B82-D47E-AD0DEC99A110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400D9BE9-F82B-DE06-624D-73F656B742E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3B77E896-43F8-750C-48A4-FACEF81E58AC}"/>
              </a:ext>
            </a:extLst>
          </p:cNvPr>
          <p:cNvGrpSpPr/>
          <p:nvPr/>
        </p:nvGrpSpPr>
        <p:grpSpPr>
          <a:xfrm>
            <a:off x="10414349" y="2200418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01B93E12-3EF2-5175-3301-0CEC8315C0EC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4ECC7CB1-26FC-CBCC-C917-B4BE1ACB08C8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F673ED6D-75E5-943D-0516-2A29CF32E8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E0AF8AE2-1783-5605-86EF-29DBC329E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BA5B0E48-3902-0A43-0125-A95BF0E331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D5881A51-B6C3-448E-B318-2625D54F3C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BE704A7F-0DF1-85AB-B3EA-F854F8208F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F67767CB-3779-01CE-DBE8-EC5CF9F5C04C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6DEEE721-5418-ADED-56D9-F06931D92863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58902F60-0A6B-C64C-8CFC-C28EBC291BBD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D9B8468C-43CF-6D25-8B34-EBE34B7443EB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42412D7B-BECE-BB72-9A75-568D64933499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B20BE9A6-5F25-E054-F9D5-71CD367E49B2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237DD7E0-9E0D-A848-0CFB-72064C890DE4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3F6DCA8B-CD57-A170-D98A-80609B796384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D96216A1-677D-C0B4-A19B-2B15C38270BD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0B7A0D36-275B-69F4-E093-625164C48378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90EAC5FB-4B0A-471A-E939-88F43812EE82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6040A94B-0510-758C-F3A0-F3835582FCCE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2D09840A-19A9-601E-6C06-0BA945E0312C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DAF1DD69-BE35-3595-C173-0462760B30A2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C302D6B1-B0AF-911B-8DB9-406639BFD86D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662457DF-AB66-897D-7866-5032ED0DB5B2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B7C53B87-7C29-3B82-6988-CAD9A84E647A}"/>
              </a:ext>
            </a:extLst>
          </p:cNvPr>
          <p:cNvSpPr txBox="1"/>
          <p:nvPr/>
        </p:nvSpPr>
        <p:spPr>
          <a:xfrm>
            <a:off x="326939" y="1248262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829941C8-A70E-1341-89B9-4A7E06012162}"/>
              </a:ext>
            </a:extLst>
          </p:cNvPr>
          <p:cNvSpPr txBox="1"/>
          <p:nvPr/>
        </p:nvSpPr>
        <p:spPr>
          <a:xfrm>
            <a:off x="355114" y="172177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481CB6B3-3A6F-FDAF-BEB1-3AACAEB40544}"/>
              </a:ext>
            </a:extLst>
          </p:cNvPr>
          <p:cNvSpPr txBox="1"/>
          <p:nvPr/>
        </p:nvSpPr>
        <p:spPr>
          <a:xfrm>
            <a:off x="326939" y="2627671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FFFFC41F-5D5D-9982-382A-15B5C98367E2}"/>
              </a:ext>
            </a:extLst>
          </p:cNvPr>
          <p:cNvSpPr txBox="1"/>
          <p:nvPr/>
        </p:nvSpPr>
        <p:spPr>
          <a:xfrm>
            <a:off x="355114" y="4272289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899C7DE7-E372-C518-D986-1E6551242A13}"/>
              </a:ext>
            </a:extLst>
          </p:cNvPr>
          <p:cNvSpPr txBox="1"/>
          <p:nvPr/>
        </p:nvSpPr>
        <p:spPr>
          <a:xfrm>
            <a:off x="355114" y="517889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1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17EF0-DABA-5E61-478F-800F7F318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A141EAE6-F7C6-2AF9-AC00-10E951F1FB8A}"/>
              </a:ext>
            </a:extLst>
          </p:cNvPr>
          <p:cNvCxnSpPr>
            <a:cxnSpLocks/>
          </p:cNvCxnSpPr>
          <p:nvPr/>
        </p:nvCxnSpPr>
        <p:spPr>
          <a:xfrm flipH="1">
            <a:off x="10632734" y="1559518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BE6528AF-4F3F-94CE-CB26-8F1DC2FE2B86}"/>
              </a:ext>
            </a:extLst>
          </p:cNvPr>
          <p:cNvCxnSpPr>
            <a:cxnSpLocks/>
          </p:cNvCxnSpPr>
          <p:nvPr/>
        </p:nvCxnSpPr>
        <p:spPr>
          <a:xfrm flipH="1">
            <a:off x="8487227" y="1558330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3E038AAD-7F5E-1C3B-9E92-872D9FFBF542}"/>
              </a:ext>
            </a:extLst>
          </p:cNvPr>
          <p:cNvGrpSpPr/>
          <p:nvPr/>
        </p:nvGrpSpPr>
        <p:grpSpPr>
          <a:xfrm>
            <a:off x="9690934" y="2409404"/>
            <a:ext cx="721944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692E95DE-6068-6C54-F664-B322EE803838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46B406B2-E4E0-E785-2426-8C57541F536A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B43AEA5B-73F0-6380-B101-656067240E5E}"/>
              </a:ext>
            </a:extLst>
          </p:cNvPr>
          <p:cNvCxnSpPr>
            <a:cxnSpLocks/>
          </p:cNvCxnSpPr>
          <p:nvPr/>
        </p:nvCxnSpPr>
        <p:spPr>
          <a:xfrm>
            <a:off x="2722705" y="1566970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C8B2FCE6-939A-B1EA-8144-41058DEB3C44}"/>
              </a:ext>
            </a:extLst>
          </p:cNvPr>
          <p:cNvCxnSpPr>
            <a:cxnSpLocks/>
          </p:cNvCxnSpPr>
          <p:nvPr/>
        </p:nvCxnSpPr>
        <p:spPr>
          <a:xfrm>
            <a:off x="6311179" y="1564009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4BA83D2-7118-1760-ADB3-6A27ED542464}"/>
              </a:ext>
            </a:extLst>
          </p:cNvPr>
          <p:cNvSpPr>
            <a:spLocks noChangeAspect="1"/>
          </p:cNvSpPr>
          <p:nvPr/>
        </p:nvSpPr>
        <p:spPr>
          <a:xfrm>
            <a:off x="249266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E127271-3DAF-F957-456F-B6FF41CC0C20}"/>
              </a:ext>
            </a:extLst>
          </p:cNvPr>
          <p:cNvSpPr>
            <a:spLocks noChangeAspect="1"/>
          </p:cNvSpPr>
          <p:nvPr/>
        </p:nvSpPr>
        <p:spPr>
          <a:xfrm>
            <a:off x="249266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968B654-3676-AC7C-A450-76453F18DDA8}"/>
              </a:ext>
            </a:extLst>
          </p:cNvPr>
          <p:cNvSpPr>
            <a:spLocks noChangeAspect="1"/>
          </p:cNvSpPr>
          <p:nvPr/>
        </p:nvSpPr>
        <p:spPr>
          <a:xfrm>
            <a:off x="4757018" y="414277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055C152-AC4E-8B83-0728-469DCA31DA2F}"/>
              </a:ext>
            </a:extLst>
          </p:cNvPr>
          <p:cNvSpPr>
            <a:spLocks noChangeAspect="1"/>
          </p:cNvSpPr>
          <p:nvPr/>
        </p:nvSpPr>
        <p:spPr>
          <a:xfrm>
            <a:off x="9050568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AD3A161-B383-8A69-B9FB-171D9939FD4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330135" y="3424622"/>
            <a:ext cx="1799514" cy="79524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B1A34DF-3BCC-DA4C-6AD9-4EC7CB54A426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31726"/>
            <a:ext cx="2128851" cy="79012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A2F3A03-1C8D-F26D-6C0C-3DD4EB765911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505"/>
            <a:ext cx="4286658" cy="77834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0FC2C2B-68A7-05BD-451D-61FC136AAC9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9320568" y="3436695"/>
            <a:ext cx="188343" cy="70409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D18155A-870A-BF4D-3166-4857F7AA8A78}"/>
              </a:ext>
            </a:extLst>
          </p:cNvPr>
          <p:cNvCxnSpPr>
            <a:cxnSpLocks/>
            <a:stCxn id="6" idx="5"/>
            <a:endCxn id="49" idx="1"/>
          </p:cNvCxnSpPr>
          <p:nvPr/>
        </p:nvCxnSpPr>
        <p:spPr>
          <a:xfrm>
            <a:off x="3987007" y="4601708"/>
            <a:ext cx="2996650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C188C033-184C-714D-1952-B55374ECD82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734444" y="3432019"/>
            <a:ext cx="5395205" cy="78785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1DB45BBD-1B66-7A7A-C7D9-217329F0DC67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9511487" y="3441046"/>
            <a:ext cx="2142622" cy="77882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35E1E478-7A6B-0E25-4AA6-7D9EDB26C0C2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217937" y="3443063"/>
            <a:ext cx="6436172" cy="77878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36F80278-5DAC-702E-88BC-567F7C915223}"/>
              </a:ext>
            </a:extLst>
          </p:cNvPr>
          <p:cNvSpPr>
            <a:spLocks noChangeAspect="1"/>
          </p:cNvSpPr>
          <p:nvPr/>
        </p:nvSpPr>
        <p:spPr>
          <a:xfrm>
            <a:off x="6904576" y="5042786"/>
            <a:ext cx="540000" cy="540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947CBE50-6336-78FE-3550-0306C1FA48FF}"/>
              </a:ext>
            </a:extLst>
          </p:cNvPr>
          <p:cNvCxnSpPr>
            <a:cxnSpLocks/>
            <a:stCxn id="10" idx="5"/>
            <a:endCxn id="49" idx="1"/>
          </p:cNvCxnSpPr>
          <p:nvPr/>
        </p:nvCxnSpPr>
        <p:spPr>
          <a:xfrm>
            <a:off x="5217937" y="4603689"/>
            <a:ext cx="1765720" cy="51817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76D1C66-CD17-B932-E8BB-E4721A6782AE}"/>
              </a:ext>
            </a:extLst>
          </p:cNvPr>
          <p:cNvCxnSpPr>
            <a:cxnSpLocks/>
            <a:stCxn id="12" idx="3"/>
            <a:endCxn id="49" idx="7"/>
          </p:cNvCxnSpPr>
          <p:nvPr/>
        </p:nvCxnSpPr>
        <p:spPr>
          <a:xfrm flipH="1">
            <a:off x="7365495" y="4601708"/>
            <a:ext cx="1764154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4C4A6937-4263-6F13-8A47-C53962ED90FF}"/>
              </a:ext>
            </a:extLst>
          </p:cNvPr>
          <p:cNvSpPr>
            <a:spLocks noChangeAspect="1"/>
          </p:cNvSpPr>
          <p:nvPr/>
        </p:nvSpPr>
        <p:spPr>
          <a:xfrm>
            <a:off x="609037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B8BAA521-72C4-8418-7AED-B248762B5D26}"/>
              </a:ext>
            </a:extLst>
          </p:cNvPr>
          <p:cNvSpPr>
            <a:spLocks noChangeAspect="1"/>
          </p:cNvSpPr>
          <p:nvPr/>
        </p:nvSpPr>
        <p:spPr>
          <a:xfrm>
            <a:off x="6090375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FEEF3486-39D6-8324-063C-1A99EC1015CF}"/>
              </a:ext>
            </a:extLst>
          </p:cNvPr>
          <p:cNvSpPr>
            <a:spLocks noChangeAspect="1"/>
          </p:cNvSpPr>
          <p:nvPr/>
        </p:nvSpPr>
        <p:spPr>
          <a:xfrm>
            <a:off x="824809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F74F0D1F-DD70-6161-305E-BE93DC846DA5}"/>
              </a:ext>
            </a:extLst>
          </p:cNvPr>
          <p:cNvSpPr>
            <a:spLocks noChangeAspect="1"/>
          </p:cNvSpPr>
          <p:nvPr/>
        </p:nvSpPr>
        <p:spPr>
          <a:xfrm>
            <a:off x="824809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2B198B60-9ECD-A2E0-0A3C-7E6922F91A15}"/>
              </a:ext>
            </a:extLst>
          </p:cNvPr>
          <p:cNvSpPr>
            <a:spLocks noChangeAspect="1"/>
          </p:cNvSpPr>
          <p:nvPr/>
        </p:nvSpPr>
        <p:spPr>
          <a:xfrm>
            <a:off x="1040580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A789598B-1EE6-C211-C7BA-AFC0EF936950}"/>
              </a:ext>
            </a:extLst>
          </p:cNvPr>
          <p:cNvSpPr>
            <a:spLocks noChangeAspect="1"/>
          </p:cNvSpPr>
          <p:nvPr/>
        </p:nvSpPr>
        <p:spPr>
          <a:xfrm>
            <a:off x="10415232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8A14206D-F541-94C1-FDFC-E3430BA79BE5}"/>
              </a:ext>
            </a:extLst>
          </p:cNvPr>
          <p:cNvGrpSpPr/>
          <p:nvPr/>
        </p:nvGrpSpPr>
        <p:grpSpPr>
          <a:xfrm>
            <a:off x="6972414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315C1141-8058-7DA3-2FB3-EB57916D2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ECE06F8F-5931-FAD0-A043-AAC548171C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5E8C935F-E0E8-9124-48F9-D76CC9EE83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197B7DB3-C261-AD81-2C57-1C6E7FC97BB3}"/>
              </a:ext>
            </a:extLst>
          </p:cNvPr>
          <p:cNvGrpSpPr/>
          <p:nvPr/>
        </p:nvGrpSpPr>
        <p:grpSpPr>
          <a:xfrm>
            <a:off x="4810572" y="2799408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D4445232-06C0-6B21-FC45-51E36EF5F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A5552A85-7A2D-B0F8-E661-0470F69D49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9DF0CE1A-B73E-261C-CCF7-D680964ECA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127412AD-8EBC-C13F-978A-1F2CFAE79145}"/>
              </a:ext>
            </a:extLst>
          </p:cNvPr>
          <p:cNvGrpSpPr/>
          <p:nvPr/>
        </p:nvGrpSpPr>
        <p:grpSpPr>
          <a:xfrm>
            <a:off x="4810572" y="18022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0FA0D156-7828-BCED-AD08-42193FEEE0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DE59E9EE-3730-72AF-6DA0-6DE3F55C64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926CCAE1-FBE7-DEB8-288F-ECD9A53FEB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029DFF64-35A2-DB00-4F0B-11792B6BBB2D}"/>
              </a:ext>
            </a:extLst>
          </p:cNvPr>
          <p:cNvGrpSpPr/>
          <p:nvPr/>
        </p:nvGrpSpPr>
        <p:grpSpPr>
          <a:xfrm>
            <a:off x="4810572" y="1371223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1A4D1909-9321-A7CE-E12D-DA8F01191A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FB9BA571-F3F3-D9AA-969C-346E5AE91C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F86B4EBF-CF0F-5022-522D-898498D846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D2F44D9D-70C0-55F7-C6E5-3BC0BCCEB4E5}"/>
              </a:ext>
            </a:extLst>
          </p:cNvPr>
          <p:cNvGrpSpPr/>
          <p:nvPr/>
        </p:nvGrpSpPr>
        <p:grpSpPr>
          <a:xfrm>
            <a:off x="7540158" y="2402566"/>
            <a:ext cx="721944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44133925-4EBC-CF97-1C16-007731BA1D1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584B41F0-6E36-59D1-F263-197A3700058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8FA97EA3-C44B-A25C-7DE3-970A2ECB70D0}"/>
              </a:ext>
            </a:extLst>
          </p:cNvPr>
          <p:cNvGrpSpPr/>
          <p:nvPr/>
        </p:nvGrpSpPr>
        <p:grpSpPr>
          <a:xfrm>
            <a:off x="6088886" y="219504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8D115D94-6632-492F-2672-F8807EDB8D90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F1CA8393-2C49-8688-A5CE-0257732D8F8B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B2371FBA-E599-AC1F-83C0-A3AB02D92C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CE26ADB4-7C61-BAFD-034F-D1186B7D8B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66A96F00-362D-3293-F692-3D41E35122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6FDF4302-530C-F7EC-04C2-9B0D5B7113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1A053FA2-3E8F-0E97-23CB-1ADD39F832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711EDF92-3E00-1165-109F-21F5989E58F3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3C2F77AC-E46A-B54B-4945-6B3F6356AF4F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CB8F5F76-37FA-9B55-3545-89EB52D21583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10491A21-1723-58F0-686F-4D72C3CEB433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6C03BFEA-50F2-C9F8-FACC-CDBF2A636B2C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82A0D607-60DB-E957-1614-7A3F97C3A94C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96381D3D-CACA-21FA-ABA6-31B1CDA339A2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C7CA0973-B559-8CC4-471D-4C72157F28C1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0949B631-485E-93B7-BAD0-FC47940B017E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8E8F2F05-50F1-EC99-15F7-AE58318B8878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390DD072-CBB2-EE6C-FE12-5967465A1666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7F040AA0-F69B-05F7-1B88-52AA88E7B6B9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0CD19836-70CB-1A62-CE8D-E7841D648F07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A1F2B29C-8996-A788-F7D3-1195699FACBF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EB9DE489-A6B3-D100-B216-8799E4D90269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CB43EC13-770E-45A3-2B74-52E2034FB51C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3D0EEAA9-0B2D-7F27-80D7-DB66DE7968A5}"/>
              </a:ext>
            </a:extLst>
          </p:cNvPr>
          <p:cNvGrpSpPr/>
          <p:nvPr/>
        </p:nvGrpSpPr>
        <p:grpSpPr>
          <a:xfrm>
            <a:off x="2494684" y="2189035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CC6B72E2-BF6F-CDA9-FB6A-800D2587816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2AE2FFBC-1233-1CB2-86E4-3E9BCA03910B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141378AA-DC9D-6916-B343-323F127BED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7006261A-9D90-1168-114A-442F591564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C67319CA-4006-B612-0D1B-58DF53FA0D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6E4292AC-55A0-D17C-57E1-5E2D10C16D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35DA4A29-6C5A-FE50-3353-526B95AC4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6FD7437D-6D27-0B0C-89D9-50CBC2D3AD6B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9D6F3107-219A-F48F-4C6D-437ADEF8E14D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25AC5073-69BA-DD22-608A-FC2D07D77E51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27BAFE07-4636-D514-F74B-C913F8252419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9F79CFCD-FD80-EE0D-5AC6-C2F51A560DD5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84A774C6-B484-0CE8-A8F3-1DC531F42326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8446C389-385D-3A41-C9F7-410E7382F5C4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204DD67F-E1E1-66AD-D80B-5F0B00AB21EC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F3A1C8F3-80E0-FEBB-D880-230A29244980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F766AF8D-38EA-C114-4D78-A2BB890F54A4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65A4209E-0AD3-24C7-2CB7-4269F15F3DB4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D38F77F3-3E5A-E6B2-5567-4DC6E11DE22C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A9B63D18-69D8-A422-F39B-2E29DE24C524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DE091F1D-0790-6EE9-07C7-81D577A42796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BF18AB97-B22A-EAD4-0D47-2B77FFC80477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9F07AFC8-1099-705D-333A-293BB7F81B40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6B3E36EF-3555-274E-CA79-733EA123231A}"/>
              </a:ext>
            </a:extLst>
          </p:cNvPr>
          <p:cNvGrpSpPr/>
          <p:nvPr/>
        </p:nvGrpSpPr>
        <p:grpSpPr>
          <a:xfrm>
            <a:off x="5367957" y="2404068"/>
            <a:ext cx="721944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D84073EF-39AA-F535-6DE8-64FAF9A2DE1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7B103FBD-B5D2-5E23-71A3-F166816C6D4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9C274A72-CDE1-9277-9870-52BBF5D2AC00}"/>
              </a:ext>
            </a:extLst>
          </p:cNvPr>
          <p:cNvGrpSpPr/>
          <p:nvPr/>
        </p:nvGrpSpPr>
        <p:grpSpPr>
          <a:xfrm>
            <a:off x="3940204" y="2398319"/>
            <a:ext cx="721944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FE715792-767B-B2FF-C8F6-2F925C941685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4C6E6219-D97A-90AF-0CE0-D13BA877DEA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B4E7B11F-DC2E-5592-B075-F9DF97D01743}"/>
              </a:ext>
            </a:extLst>
          </p:cNvPr>
          <p:cNvGrpSpPr/>
          <p:nvPr/>
        </p:nvGrpSpPr>
        <p:grpSpPr>
          <a:xfrm>
            <a:off x="8264835" y="2200418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283852B7-0578-7BD5-B822-7EF20F269F98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9F365EF1-0ACB-8D66-D3DE-517AE947709D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70DC90EE-D4B6-A4BF-775B-922542DBC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797F11B5-EAE7-EC17-9076-3730E811E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3D643574-FF03-210B-C248-E2F34C0D67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D02DE730-5B99-7937-04F8-EBE87AA2FB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D2168E4D-D303-AE9D-A76A-AA1F12143C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1DD8581B-16D1-03ED-984D-97C9D973AED6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33623EAF-149D-47A7-6914-3CD27A65DF5C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32662E37-112D-BBBE-706E-096DBEDF6133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337C0312-BC75-65CF-FE1C-C91FA63EDC0C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C1387FDB-F279-B794-971B-C847931FD0FB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3E16D102-3DF2-680B-A159-F9DA63F87720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C8760774-A4F6-6382-90C8-4F8B6CC77F5B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F34E1797-CE1E-79D4-1C6A-83DE12890B7F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AC90EBE6-F2DD-6B2A-FBD0-6C0FDEC383C4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7C963CD5-C474-2911-9BDD-B3DA6D69C336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E411D629-C178-801B-0C39-A324D8D5E30B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54D7DCDC-55E6-265C-D547-FE22EC7F3C8D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B5D65AF0-64EF-831A-75EF-CC1B196D5613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DF97F66A-6AA1-B81A-BCFE-53D30CEF0269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4305C94F-D720-4120-C4F7-06AADA7EEC19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FBF70FF0-D223-9AED-C31C-9641CFAD1237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629D9A73-B3F6-BCE2-B708-FAE11F75DE78}"/>
              </a:ext>
            </a:extLst>
          </p:cNvPr>
          <p:cNvGrpSpPr/>
          <p:nvPr/>
        </p:nvGrpSpPr>
        <p:grpSpPr>
          <a:xfrm>
            <a:off x="10414349" y="2200418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0B306CE1-48E6-B644-2948-9D40C3682E21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580DF22A-CD47-35B7-9C80-2A803797E97B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672EF8A2-D0C5-9AA6-FFDC-453F3C8F12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B555CD37-3B3C-170F-CA08-945019CEFA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E4A6FFBC-E94C-2851-9AFC-35C4235805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0E48E32D-F188-6F5C-F130-3F31171A28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F8886D77-A86E-C9BC-C76C-6D0DE91138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0D8B4239-2EC4-6BF2-6E40-1BE35D59D63B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4FA38C16-9E53-B9B1-20C8-4749F683A940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0C68C8E7-D457-9CA0-F693-4D019893117D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3B80948A-E695-37A1-BB44-91C7C007BE1C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F14FC206-4C33-9FB0-3AA9-8F58873109AC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4DF8C5A2-3A49-D1D2-242B-7442087C0865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FF835CAE-6773-A70B-2C72-0AFFB648853E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33F5564C-EA34-33FD-59FD-F7452DD09E8F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D7A1823D-6971-B91B-88D2-9DA8E48F0F25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CE9AF832-5159-0EF9-1EA6-48802CF9CDD1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0D851481-D693-A597-98E0-00AE8A52898C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EA24623E-B5DA-B074-1B03-E3EFE1F819B6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BF626293-2456-39D7-07C7-C33FAB8EBEAF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AEEF2A57-73D3-DB3A-F77F-E83D70399694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423A081A-97EE-2101-7F7C-27CDDB994181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8B04E487-BF95-5CA0-608D-DCAD278BB85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0C5563B3-577C-40BA-D59E-F7250F7E4B02}"/>
              </a:ext>
            </a:extLst>
          </p:cNvPr>
          <p:cNvSpPr txBox="1"/>
          <p:nvPr/>
        </p:nvSpPr>
        <p:spPr>
          <a:xfrm>
            <a:off x="326939" y="1248262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1B1C8363-B505-E681-3DD2-0CFA0AB0E495}"/>
              </a:ext>
            </a:extLst>
          </p:cNvPr>
          <p:cNvSpPr txBox="1"/>
          <p:nvPr/>
        </p:nvSpPr>
        <p:spPr>
          <a:xfrm>
            <a:off x="355114" y="172177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F03DFF5A-762D-3A56-28A5-800319AD2550}"/>
              </a:ext>
            </a:extLst>
          </p:cNvPr>
          <p:cNvSpPr txBox="1"/>
          <p:nvPr/>
        </p:nvSpPr>
        <p:spPr>
          <a:xfrm>
            <a:off x="326939" y="2627671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2FC7F902-4358-9E76-1C05-2AE4A9FF9428}"/>
              </a:ext>
            </a:extLst>
          </p:cNvPr>
          <p:cNvSpPr txBox="1"/>
          <p:nvPr/>
        </p:nvSpPr>
        <p:spPr>
          <a:xfrm>
            <a:off x="355114" y="4272289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97F64E44-6A44-BDEC-115C-B082765D937D}"/>
              </a:ext>
            </a:extLst>
          </p:cNvPr>
          <p:cNvSpPr txBox="1"/>
          <p:nvPr/>
        </p:nvSpPr>
        <p:spPr>
          <a:xfrm>
            <a:off x="355114" y="517889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6" name="Elipse 9">
            <a:extLst>
              <a:ext uri="{FF2B5EF4-FFF2-40B4-BE49-F238E27FC236}">
                <a16:creationId xmlns:a16="http://schemas.microsoft.com/office/drawing/2014/main" id="{075A1742-F151-D5EE-1A1B-0EC90B3CD3AF}"/>
              </a:ext>
            </a:extLst>
          </p:cNvPr>
          <p:cNvSpPr>
            <a:spLocks noChangeAspect="1"/>
          </p:cNvSpPr>
          <p:nvPr/>
        </p:nvSpPr>
        <p:spPr>
          <a:xfrm>
            <a:off x="3526088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Elipse 9">
            <a:extLst>
              <a:ext uri="{FF2B5EF4-FFF2-40B4-BE49-F238E27FC236}">
                <a16:creationId xmlns:a16="http://schemas.microsoft.com/office/drawing/2014/main" id="{4EA013F0-255A-CEFD-6F71-9E975196B110}"/>
              </a:ext>
            </a:extLst>
          </p:cNvPr>
          <p:cNvSpPr>
            <a:spLocks noChangeAspect="1"/>
          </p:cNvSpPr>
          <p:nvPr/>
        </p:nvSpPr>
        <p:spPr>
          <a:xfrm>
            <a:off x="10312798" y="4142571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ipse 9">
            <a:extLst>
              <a:ext uri="{FF2B5EF4-FFF2-40B4-BE49-F238E27FC236}">
                <a16:creationId xmlns:a16="http://schemas.microsoft.com/office/drawing/2014/main" id="{78C6AB73-18D9-FD73-2E9C-961D518EE329}"/>
              </a:ext>
            </a:extLst>
          </p:cNvPr>
          <p:cNvSpPr>
            <a:spLocks noChangeAspect="1"/>
          </p:cNvSpPr>
          <p:nvPr/>
        </p:nvSpPr>
        <p:spPr>
          <a:xfrm>
            <a:off x="5338092" y="558934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Conector recto de flecha 55">
            <a:extLst>
              <a:ext uri="{FF2B5EF4-FFF2-40B4-BE49-F238E27FC236}">
                <a16:creationId xmlns:a16="http://schemas.microsoft.com/office/drawing/2014/main" id="{944756EA-8A7E-DEB1-7589-F1FBD84DE6DF}"/>
              </a:ext>
            </a:extLst>
          </p:cNvPr>
          <p:cNvCxnSpPr>
            <a:cxnSpLocks/>
            <a:stCxn id="7" idx="3"/>
            <a:endCxn id="49" idx="7"/>
          </p:cNvCxnSpPr>
          <p:nvPr/>
        </p:nvCxnSpPr>
        <p:spPr>
          <a:xfrm flipH="1">
            <a:off x="7365495" y="4603490"/>
            <a:ext cx="3026384" cy="5183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85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199A-FA15-2371-AA53-A2B2F88E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BCBAEADA-6296-DE87-D4A3-A8C50BD61963}"/>
              </a:ext>
            </a:extLst>
          </p:cNvPr>
          <p:cNvCxnSpPr>
            <a:cxnSpLocks/>
          </p:cNvCxnSpPr>
          <p:nvPr/>
        </p:nvCxnSpPr>
        <p:spPr>
          <a:xfrm flipH="1">
            <a:off x="10632734" y="1559518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512EC400-14D8-09C8-5F67-008840C81345}"/>
              </a:ext>
            </a:extLst>
          </p:cNvPr>
          <p:cNvCxnSpPr>
            <a:cxnSpLocks/>
          </p:cNvCxnSpPr>
          <p:nvPr/>
        </p:nvCxnSpPr>
        <p:spPr>
          <a:xfrm flipH="1">
            <a:off x="8487227" y="1558330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F6E307B5-A1A2-E66D-911D-E468353F8EBC}"/>
              </a:ext>
            </a:extLst>
          </p:cNvPr>
          <p:cNvGrpSpPr/>
          <p:nvPr/>
        </p:nvGrpSpPr>
        <p:grpSpPr>
          <a:xfrm>
            <a:off x="9690934" y="2409404"/>
            <a:ext cx="721944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F434779F-6A88-5A86-07A7-570C45FAE35C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F102E1AD-8BC5-2047-8CFB-265E8EFF57CB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0897D61E-8B18-F063-D891-BEE8EF879591}"/>
              </a:ext>
            </a:extLst>
          </p:cNvPr>
          <p:cNvCxnSpPr>
            <a:cxnSpLocks/>
          </p:cNvCxnSpPr>
          <p:nvPr/>
        </p:nvCxnSpPr>
        <p:spPr>
          <a:xfrm>
            <a:off x="2722705" y="1566970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8CF90809-DADB-F7D4-12CE-EB10267B73C6}"/>
              </a:ext>
            </a:extLst>
          </p:cNvPr>
          <p:cNvCxnSpPr>
            <a:cxnSpLocks/>
          </p:cNvCxnSpPr>
          <p:nvPr/>
        </p:nvCxnSpPr>
        <p:spPr>
          <a:xfrm>
            <a:off x="4864197" y="1564009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0615989-744B-E4FA-BE38-8C286B39CE48}"/>
              </a:ext>
            </a:extLst>
          </p:cNvPr>
          <p:cNvSpPr>
            <a:spLocks noChangeAspect="1"/>
          </p:cNvSpPr>
          <p:nvPr/>
        </p:nvSpPr>
        <p:spPr>
          <a:xfrm>
            <a:off x="249266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6C84840-6A9C-2180-EB69-B949AF8F62B4}"/>
              </a:ext>
            </a:extLst>
          </p:cNvPr>
          <p:cNvSpPr>
            <a:spLocks noChangeAspect="1"/>
          </p:cNvSpPr>
          <p:nvPr/>
        </p:nvSpPr>
        <p:spPr>
          <a:xfrm>
            <a:off x="249266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1BFB59A-0F25-92E6-CD06-EFEAD877808E}"/>
              </a:ext>
            </a:extLst>
          </p:cNvPr>
          <p:cNvSpPr>
            <a:spLocks noChangeAspect="1"/>
          </p:cNvSpPr>
          <p:nvPr/>
        </p:nvSpPr>
        <p:spPr>
          <a:xfrm>
            <a:off x="5520344" y="414277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CF86655-3EAC-A17E-0824-B26E2B188D3D}"/>
              </a:ext>
            </a:extLst>
          </p:cNvPr>
          <p:cNvSpPr>
            <a:spLocks noChangeAspect="1"/>
          </p:cNvSpPr>
          <p:nvPr/>
        </p:nvSpPr>
        <p:spPr>
          <a:xfrm>
            <a:off x="8366757" y="4140789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51F71D2-A8FC-6CC6-36FB-E1889A6BC78D}"/>
              </a:ext>
            </a:extLst>
          </p:cNvPr>
          <p:cNvCxnSpPr>
            <a:cxnSpLocks/>
            <a:stCxn id="6" idx="5"/>
            <a:endCxn id="49" idx="1"/>
          </p:cNvCxnSpPr>
          <p:nvPr/>
        </p:nvCxnSpPr>
        <p:spPr>
          <a:xfrm>
            <a:off x="4655614" y="4607764"/>
            <a:ext cx="2328043" cy="51410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D445566-77FF-2DF5-0504-EE0A1B53CC81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8827676" y="3429000"/>
            <a:ext cx="2820985" cy="7908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E5188B38-E042-8DD0-4344-F00E336B209A}"/>
              </a:ext>
            </a:extLst>
          </p:cNvPr>
          <p:cNvSpPr>
            <a:spLocks noChangeAspect="1"/>
          </p:cNvSpPr>
          <p:nvPr/>
        </p:nvSpPr>
        <p:spPr>
          <a:xfrm>
            <a:off x="6904576" y="5042786"/>
            <a:ext cx="540000" cy="540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E88CFE83-B487-A8AD-2879-926E933954FC}"/>
              </a:ext>
            </a:extLst>
          </p:cNvPr>
          <p:cNvCxnSpPr>
            <a:cxnSpLocks/>
            <a:stCxn id="10" idx="5"/>
            <a:endCxn id="49" idx="1"/>
          </p:cNvCxnSpPr>
          <p:nvPr/>
        </p:nvCxnSpPr>
        <p:spPr>
          <a:xfrm>
            <a:off x="5981263" y="4603689"/>
            <a:ext cx="1002394" cy="51817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98DAB15-EB97-0624-F420-3B3AE330B321}"/>
              </a:ext>
            </a:extLst>
          </p:cNvPr>
          <p:cNvCxnSpPr>
            <a:cxnSpLocks/>
            <a:stCxn id="12" idx="3"/>
            <a:endCxn id="49" idx="7"/>
          </p:cNvCxnSpPr>
          <p:nvPr/>
        </p:nvCxnSpPr>
        <p:spPr>
          <a:xfrm flipH="1">
            <a:off x="7365495" y="4601708"/>
            <a:ext cx="1080343" cy="52015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58A6692A-278F-DA44-B5EA-906DA6B916BE}"/>
              </a:ext>
            </a:extLst>
          </p:cNvPr>
          <p:cNvSpPr>
            <a:spLocks noChangeAspect="1"/>
          </p:cNvSpPr>
          <p:nvPr/>
        </p:nvSpPr>
        <p:spPr>
          <a:xfrm>
            <a:off x="4643544" y="1694676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AC8B2A83-130C-47FF-6B21-76272D110331}"/>
              </a:ext>
            </a:extLst>
          </p:cNvPr>
          <p:cNvSpPr>
            <a:spLocks noChangeAspect="1"/>
          </p:cNvSpPr>
          <p:nvPr/>
        </p:nvSpPr>
        <p:spPr>
          <a:xfrm>
            <a:off x="4643544" y="1263639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CF5A5D71-C120-8A91-8B6F-CB0EFF0AAE0D}"/>
              </a:ext>
            </a:extLst>
          </p:cNvPr>
          <p:cNvSpPr>
            <a:spLocks noChangeAspect="1"/>
          </p:cNvSpPr>
          <p:nvPr/>
        </p:nvSpPr>
        <p:spPr>
          <a:xfrm>
            <a:off x="8248090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F2D5EA03-8155-E63B-23BA-F1E5DA367C58}"/>
              </a:ext>
            </a:extLst>
          </p:cNvPr>
          <p:cNvSpPr>
            <a:spLocks noChangeAspect="1"/>
          </p:cNvSpPr>
          <p:nvPr/>
        </p:nvSpPr>
        <p:spPr>
          <a:xfrm>
            <a:off x="8248090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FDEB56FC-F841-399B-CE6B-AA0691F35215}"/>
              </a:ext>
            </a:extLst>
          </p:cNvPr>
          <p:cNvSpPr>
            <a:spLocks noChangeAspect="1"/>
          </p:cNvSpPr>
          <p:nvPr/>
        </p:nvSpPr>
        <p:spPr>
          <a:xfrm>
            <a:off x="10405805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4654000E-8F88-AECA-44D9-CA10EC3BBB40}"/>
              </a:ext>
            </a:extLst>
          </p:cNvPr>
          <p:cNvSpPr>
            <a:spLocks noChangeAspect="1"/>
          </p:cNvSpPr>
          <p:nvPr/>
        </p:nvSpPr>
        <p:spPr>
          <a:xfrm>
            <a:off x="10415232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0F7C8296-C2B7-9D44-8B73-F1D05542CA76}"/>
              </a:ext>
            </a:extLst>
          </p:cNvPr>
          <p:cNvGrpSpPr/>
          <p:nvPr/>
        </p:nvGrpSpPr>
        <p:grpSpPr>
          <a:xfrm>
            <a:off x="6972414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1AEB50B3-69DA-00A1-0163-C3E48809D2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E5C68CD-381F-996E-07C8-77F5338864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1A4F39B-B4C5-D016-2660-3BABA41BF7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AA377304-536E-1B5F-FD6E-81120FA135E4}"/>
              </a:ext>
            </a:extLst>
          </p:cNvPr>
          <p:cNvGrpSpPr/>
          <p:nvPr/>
        </p:nvGrpSpPr>
        <p:grpSpPr>
          <a:xfrm>
            <a:off x="6963655" y="28146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7E980BD9-CB43-6B63-D28F-0A7E0191DC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AF8255E1-C3BE-006C-40AC-676C1BF066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88AF93CF-851C-0A9A-32A9-66F23E49E6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58CF8BA1-ED85-F5B8-E0E9-56FFEFBD3FCA}"/>
              </a:ext>
            </a:extLst>
          </p:cNvPr>
          <p:cNvGrpSpPr/>
          <p:nvPr/>
        </p:nvGrpSpPr>
        <p:grpSpPr>
          <a:xfrm>
            <a:off x="6963655" y="1817522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4108A19F-5908-7800-B0FA-EA918782A7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88A1F7DD-F7D5-968D-21D4-8C8E06E624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28535830-ABAC-98CB-B92A-9E5409BC07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7653F6F4-60FE-B97C-A8D6-21358F8F3DB0}"/>
              </a:ext>
            </a:extLst>
          </p:cNvPr>
          <p:cNvGrpSpPr/>
          <p:nvPr/>
        </p:nvGrpSpPr>
        <p:grpSpPr>
          <a:xfrm>
            <a:off x="6963655" y="1386485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644DF22D-1D17-9181-7A0D-C38C23F1A4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6CBECF11-5638-6826-6ED4-5FF7D26C36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BF53CE8B-FF3D-8B72-9205-7803504057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CE72CB09-044A-2EC0-B636-3A17D22E3276}"/>
              </a:ext>
            </a:extLst>
          </p:cNvPr>
          <p:cNvGrpSpPr/>
          <p:nvPr/>
        </p:nvGrpSpPr>
        <p:grpSpPr>
          <a:xfrm>
            <a:off x="7540158" y="2402566"/>
            <a:ext cx="721944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851F55C9-8319-E7DC-7ABD-EF11DD7388F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8FB9F3A1-C4A6-78AF-B8A5-02CC59FDC309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CDEBDD28-C7BC-9A0F-195A-23EC90BB7D2B}"/>
              </a:ext>
            </a:extLst>
          </p:cNvPr>
          <p:cNvGrpSpPr/>
          <p:nvPr/>
        </p:nvGrpSpPr>
        <p:grpSpPr>
          <a:xfrm>
            <a:off x="4642055" y="2183466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6A9D5551-5335-DD01-C339-A2D41FB0C4DD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0E4AE990-C490-CBC5-4C05-E49AB84E5D6E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77178B01-B29A-1497-3DA5-29B0458EA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B45AD4BB-573E-4E4F-25E1-1A5FCAD31F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90C7610A-BF44-C3D5-D225-6C80B775C3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A158744D-33A2-AF6E-E1EF-3478E63124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32B243DF-D8D0-1A99-13DB-542E964C9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D80C43C9-BECE-D5E2-6364-C10E05A0F1D6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B0FFA5B5-19D7-7529-4AE9-2E8D567A8BB6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9E7185E5-91D1-44B8-14E1-FF760836B82D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CCAD589D-409E-3A27-6366-DB871374CA8A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4E25BD45-DEFB-D7FB-A1E2-239AAB9ADF4A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F38C70AA-8A9D-0373-2140-266FB039AA22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220FA2AB-944D-A3D4-B982-D31613E47C21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04FB4AEE-4E22-7751-0B75-033D3D9FBB44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BB3E7963-3301-8A24-E887-78F3AD33EE1E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7F765D78-5D08-DB37-EF91-F3566338E164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69BF7BB0-4D38-10F1-6678-82779018C231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922B6995-1B80-392D-6F33-7397DF34DD03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CA93784C-0AF4-9051-70BF-5DE712D8F9CF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5D000CC8-AA44-91CD-8F69-CA07083EDF14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294BE1C1-BEC4-D0F5-452E-D2AC73EF2541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53E85692-4218-A52D-39D4-17D931FEB8D2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533A269F-5908-943D-4370-FEF7B45603C0}"/>
              </a:ext>
            </a:extLst>
          </p:cNvPr>
          <p:cNvGrpSpPr/>
          <p:nvPr/>
        </p:nvGrpSpPr>
        <p:grpSpPr>
          <a:xfrm>
            <a:off x="2494684" y="2189035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07F1E3DE-2688-0B4B-0340-E03187E6E139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C4CF8BFA-5BFD-4F5B-AAFF-515B0270F1AB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CE4772DE-8396-B1C2-8A60-096AEDF33D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86DACD43-BEB5-1650-22D6-92D8D2779A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49163349-EA4A-FC2E-9F59-B1BCE3C1B7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50500E2E-A2D3-AF5F-9B29-7235132124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E5821D25-0FC6-4F2C-C5B0-7729FAF906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DF82CD2D-F3D7-9124-CBF3-0DF4FAC5DF10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3D500D75-79DE-14EA-5D8F-F411BEE7160D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2A2449BE-45C2-2E2F-BF5C-C6370B8CE599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5C81ECB6-8BF4-397C-3036-80AA2E66188C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339512C4-197A-1E72-C7F9-F01BC3D25BDB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29CDBED3-3FBD-3141-031D-C99F427DFEAE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38412B85-740A-0505-CF68-30D4398FCCA8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BAA2C5DC-B1A5-C982-FC6F-4EFB23394856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3E9331B0-36E9-537B-B931-B15091D1C34D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04676AA0-5A15-FE06-4512-476B671AA33B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11A6AE49-B200-2B64-C00F-F8119AABAB1A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95E6EF1B-85D5-4AC5-9AD1-CA9F7251DF9B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F22A1F27-EC51-26E4-B701-9F164EBCADD8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F8853D20-DFD7-8E23-9B1F-8CEF30D45815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953FE171-FDA7-0A96-554A-07A38269C21F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E5E8612A-D366-A41F-4945-504E54B739A8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E02D2F1A-8EC0-F39B-C1B4-564256146152}"/>
              </a:ext>
            </a:extLst>
          </p:cNvPr>
          <p:cNvGrpSpPr/>
          <p:nvPr/>
        </p:nvGrpSpPr>
        <p:grpSpPr>
          <a:xfrm>
            <a:off x="6074017" y="2392493"/>
            <a:ext cx="721944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60C0B408-40B6-B5BB-3644-636D8E35CB80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156FD584-0E86-AA35-E15E-2653CCD840C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DCD8148E-BC9B-CEF3-883D-BD76CD1618FF}"/>
              </a:ext>
            </a:extLst>
          </p:cNvPr>
          <p:cNvGrpSpPr/>
          <p:nvPr/>
        </p:nvGrpSpPr>
        <p:grpSpPr>
          <a:xfrm>
            <a:off x="3940204" y="2398319"/>
            <a:ext cx="721944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B09F5352-7B4F-3B51-5992-92E0A921136C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B56BFC60-4BD5-5615-B270-EE1BC1499DD3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E70506D0-1FD4-5724-E5AF-36753F821DDA}"/>
              </a:ext>
            </a:extLst>
          </p:cNvPr>
          <p:cNvGrpSpPr/>
          <p:nvPr/>
        </p:nvGrpSpPr>
        <p:grpSpPr>
          <a:xfrm>
            <a:off x="8264835" y="2200418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DC01DAB0-B1F9-2562-88CA-E629EB7B2804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91D44260-54C2-BB2A-1CCF-63C9FE43F93F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A082C584-2476-CB33-6B9C-BEF2385117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B9553635-F187-97BD-B27F-2D7931F47B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2099CC75-D492-7935-3ABC-A600073A1D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AE04B88E-25B1-D3F5-5B2F-5F4581DB2C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7867E2DB-9271-94A8-9454-B6B613A40D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BF21E96D-9BBD-B4EE-A5F1-430454A59D59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7B6C9AE1-4EEB-0BC9-2363-4A2484D64675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2DAF1EF3-A075-967F-46BB-6C716DDABCFC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975176A2-4386-16A5-0A0A-7661E4C5D859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D6FDD303-F9DC-8778-625A-0A35232F541A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FB4D74CF-7E82-1D5F-165E-9C64CC12ED7B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493D698F-FBF6-C42C-566C-6D13061B0E69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CE945614-E14C-EA22-3AD0-DA7ABD5906D3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1181DC87-41E5-2491-FCE3-8A571AC5FC94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918C0620-6095-D686-CFC0-C37F8EE66FBA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F9A51B1D-A116-1958-E023-793ACC62BACA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85D54223-D8FC-319B-0326-968C23D04618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F02EC943-CE0A-CD62-53A7-881588440A64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0339DC35-E97E-3EBE-7F18-4130E113C41F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14C96E4C-3840-3F46-44B8-98B209C3E59B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4FC1F597-8B4C-1C9F-928D-203EA5D09396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82770C40-9EA4-3D88-4F83-D37F809874EC}"/>
              </a:ext>
            </a:extLst>
          </p:cNvPr>
          <p:cNvGrpSpPr/>
          <p:nvPr/>
        </p:nvGrpSpPr>
        <p:grpSpPr>
          <a:xfrm>
            <a:off x="10414349" y="2200418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A52ED521-C48F-D2F5-E196-CBEA134BBE6F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90118143-9A67-F42C-8D03-64852418A520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1511B05A-973C-B81A-2A57-5E2B019644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A262A4FF-CC0A-946B-9AC0-05C3627E22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1226F1C6-C579-1210-3D98-7AADE40C43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E02FA389-638A-C5D9-A613-65CCA62194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DF8AD2DE-C6B5-34AF-B193-37C618FFDD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6F5ADA0D-72E7-9281-899E-F322F1937408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895C7512-1838-5700-89D5-4009A6FBCAF9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CD103443-76C4-A664-5708-F1595BEC8D5E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393ABD49-DC33-6D29-74BC-00FA2B2D7C31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D0CBD120-7BC3-DEC8-A870-0A12FFD1323A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B96984D8-1860-274A-A221-B23D43D6CF91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44D68D35-D6BF-8172-C045-50A8961E56BE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BAC3031C-BB8A-9A2C-8A35-04CC42177920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77C7C6CE-4D69-3C21-F801-B3A1F0390485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47339356-52FA-FA55-9C0D-E6B711F44D5B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18356534-1FFF-F4CD-5EF8-AEAEAF3E8BE8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33508777-2838-A57D-FC05-83BD4534287F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1331" cy="61714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058764C3-C7B6-B572-D7F0-7A85E4B9AF19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F027A8A3-4354-C6C1-0844-45080032996A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60EC7D61-FA07-DB8A-B5B6-5729C6AFAD67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EABE0FA9-364A-3FC6-D433-E77B8540022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3B718087-108A-948E-4769-78582E8EF1D3}"/>
              </a:ext>
            </a:extLst>
          </p:cNvPr>
          <p:cNvSpPr txBox="1"/>
          <p:nvPr/>
        </p:nvSpPr>
        <p:spPr>
          <a:xfrm>
            <a:off x="326939" y="1248262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B4CACED2-9B8B-41C4-4A88-34CC77484F5C}"/>
              </a:ext>
            </a:extLst>
          </p:cNvPr>
          <p:cNvSpPr txBox="1"/>
          <p:nvPr/>
        </p:nvSpPr>
        <p:spPr>
          <a:xfrm>
            <a:off x="355114" y="172177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B961D513-2073-6586-594B-9A548488D6C2}"/>
              </a:ext>
            </a:extLst>
          </p:cNvPr>
          <p:cNvSpPr txBox="1"/>
          <p:nvPr/>
        </p:nvSpPr>
        <p:spPr>
          <a:xfrm>
            <a:off x="326939" y="2627671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D841592B-E3E4-77C0-907B-526D59806C3C}"/>
              </a:ext>
            </a:extLst>
          </p:cNvPr>
          <p:cNvSpPr txBox="1"/>
          <p:nvPr/>
        </p:nvSpPr>
        <p:spPr>
          <a:xfrm>
            <a:off x="355114" y="4272289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E2893E57-B487-784D-9881-1B01CFBCC4AC}"/>
              </a:ext>
            </a:extLst>
          </p:cNvPr>
          <p:cNvSpPr txBox="1"/>
          <p:nvPr/>
        </p:nvSpPr>
        <p:spPr>
          <a:xfrm>
            <a:off x="355114" y="517889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6" name="Elipse 9">
            <a:extLst>
              <a:ext uri="{FF2B5EF4-FFF2-40B4-BE49-F238E27FC236}">
                <a16:creationId xmlns:a16="http://schemas.microsoft.com/office/drawing/2014/main" id="{3135979C-BA99-3816-1459-292423D5B626}"/>
              </a:ext>
            </a:extLst>
          </p:cNvPr>
          <p:cNvSpPr>
            <a:spLocks noChangeAspect="1"/>
          </p:cNvSpPr>
          <p:nvPr/>
        </p:nvSpPr>
        <p:spPr>
          <a:xfrm>
            <a:off x="4194695" y="414684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Elipse 9">
            <a:extLst>
              <a:ext uri="{FF2B5EF4-FFF2-40B4-BE49-F238E27FC236}">
                <a16:creationId xmlns:a16="http://schemas.microsoft.com/office/drawing/2014/main" id="{1BA7DBBF-B4A5-5A75-8230-2D0F79E1ED4B}"/>
              </a:ext>
            </a:extLst>
          </p:cNvPr>
          <p:cNvSpPr>
            <a:spLocks noChangeAspect="1"/>
          </p:cNvSpPr>
          <p:nvPr/>
        </p:nvSpPr>
        <p:spPr>
          <a:xfrm>
            <a:off x="9829504" y="4154506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Conector recto de flecha 55">
            <a:extLst>
              <a:ext uri="{FF2B5EF4-FFF2-40B4-BE49-F238E27FC236}">
                <a16:creationId xmlns:a16="http://schemas.microsoft.com/office/drawing/2014/main" id="{2BBF1564-EE66-61C0-1C0D-951DA605DB48}"/>
              </a:ext>
            </a:extLst>
          </p:cNvPr>
          <p:cNvCxnSpPr>
            <a:cxnSpLocks/>
            <a:stCxn id="7" idx="3"/>
            <a:endCxn id="49" idx="7"/>
          </p:cNvCxnSpPr>
          <p:nvPr/>
        </p:nvCxnSpPr>
        <p:spPr>
          <a:xfrm flipH="1">
            <a:off x="7365495" y="4615425"/>
            <a:ext cx="2543090" cy="50644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39">
            <a:extLst>
              <a:ext uri="{FF2B5EF4-FFF2-40B4-BE49-F238E27FC236}">
                <a16:creationId xmlns:a16="http://schemas.microsoft.com/office/drawing/2014/main" id="{D95D2E2C-9792-B109-BF37-AFC4B6943F22}"/>
              </a:ext>
            </a:extLst>
          </p:cNvPr>
          <p:cNvCxnSpPr>
            <a:cxnSpLocks/>
            <a:endCxn id="7" idx="7"/>
          </p:cNvCxnSpPr>
          <p:nvPr/>
        </p:nvCxnSpPr>
        <p:spPr>
          <a:xfrm flipH="1">
            <a:off x="10290423" y="3440935"/>
            <a:ext cx="874944" cy="79265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39">
            <a:extLst>
              <a:ext uri="{FF2B5EF4-FFF2-40B4-BE49-F238E27FC236}">
                <a16:creationId xmlns:a16="http://schemas.microsoft.com/office/drawing/2014/main" id="{303568E7-EEA4-BC58-1781-54F2D1B84196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5981263" y="3427218"/>
            <a:ext cx="5667398" cy="79463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39">
            <a:extLst>
              <a:ext uri="{FF2B5EF4-FFF2-40B4-BE49-F238E27FC236}">
                <a16:creationId xmlns:a16="http://schemas.microsoft.com/office/drawing/2014/main" id="{3E49F565-80E1-8917-5E53-EC660B4B9700}"/>
              </a:ext>
            </a:extLst>
          </p:cNvPr>
          <p:cNvCxnSpPr>
            <a:cxnSpLocks/>
            <a:endCxn id="6" idx="7"/>
          </p:cNvCxnSpPr>
          <p:nvPr/>
        </p:nvCxnSpPr>
        <p:spPr>
          <a:xfrm flipH="1">
            <a:off x="4655614" y="3429360"/>
            <a:ext cx="6922182" cy="79656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97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130-C0C8-FDB7-3CD6-8E6F8BEA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7B2C47BD-B600-2C1F-3ECD-FBF7BCA474C8}"/>
              </a:ext>
            </a:extLst>
          </p:cNvPr>
          <p:cNvCxnSpPr>
            <a:cxnSpLocks/>
          </p:cNvCxnSpPr>
          <p:nvPr/>
        </p:nvCxnSpPr>
        <p:spPr>
          <a:xfrm flipH="1">
            <a:off x="6792261" y="1448202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FF4EC9E3-D775-EB44-EC3C-A85749C04887}"/>
              </a:ext>
            </a:extLst>
          </p:cNvPr>
          <p:cNvCxnSpPr>
            <a:cxnSpLocks/>
          </p:cNvCxnSpPr>
          <p:nvPr/>
        </p:nvCxnSpPr>
        <p:spPr>
          <a:xfrm flipH="1">
            <a:off x="5012509" y="1447014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F1B8440E-ADAC-5D83-ABF2-7DBD225B1326}"/>
              </a:ext>
            </a:extLst>
          </p:cNvPr>
          <p:cNvGrpSpPr/>
          <p:nvPr/>
        </p:nvGrpSpPr>
        <p:grpSpPr>
          <a:xfrm>
            <a:off x="6216216" y="2298088"/>
            <a:ext cx="360000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FF81A457-8424-7FCE-0401-A7382C5CEA4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BFC8B602-526C-8841-1750-11E704B8E0B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00D34EF4-A393-B4F4-2B52-9EEFF11DD595}"/>
              </a:ext>
            </a:extLst>
          </p:cNvPr>
          <p:cNvCxnSpPr>
            <a:cxnSpLocks/>
          </p:cNvCxnSpPr>
          <p:nvPr/>
        </p:nvCxnSpPr>
        <p:spPr>
          <a:xfrm>
            <a:off x="504289" y="145565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0808EFE7-D467-EE3A-C597-F290D9905051}"/>
              </a:ext>
            </a:extLst>
          </p:cNvPr>
          <p:cNvCxnSpPr>
            <a:cxnSpLocks/>
          </p:cNvCxnSpPr>
          <p:nvPr/>
        </p:nvCxnSpPr>
        <p:spPr>
          <a:xfrm>
            <a:off x="2295929" y="146064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992BEAC-2918-3FAC-82D9-FB00C1806FA0}"/>
              </a:ext>
            </a:extLst>
          </p:cNvPr>
          <p:cNvSpPr>
            <a:spLocks noChangeAspect="1"/>
          </p:cNvSpPr>
          <p:nvPr/>
        </p:nvSpPr>
        <p:spPr>
          <a:xfrm>
            <a:off x="274244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C2DEEC0-F29D-7640-CA27-E0951980586A}"/>
              </a:ext>
            </a:extLst>
          </p:cNvPr>
          <p:cNvSpPr>
            <a:spLocks noChangeAspect="1"/>
          </p:cNvSpPr>
          <p:nvPr/>
        </p:nvSpPr>
        <p:spPr>
          <a:xfrm>
            <a:off x="274244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5CF688CE-056F-0240-0FFA-7961776CB514}"/>
              </a:ext>
            </a:extLst>
          </p:cNvPr>
          <p:cNvSpPr>
            <a:spLocks noChangeAspect="1"/>
          </p:cNvSpPr>
          <p:nvPr/>
        </p:nvSpPr>
        <p:spPr>
          <a:xfrm>
            <a:off x="10636269" y="2857414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E4F04D48-DA3F-AA54-D4EB-FCA871811463}"/>
              </a:ext>
            </a:extLst>
          </p:cNvPr>
          <p:cNvSpPr>
            <a:spLocks noChangeAspect="1"/>
          </p:cNvSpPr>
          <p:nvPr/>
        </p:nvSpPr>
        <p:spPr>
          <a:xfrm>
            <a:off x="2075276" y="159131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BBAD723D-B1BC-1A4F-B73A-8819126921ED}"/>
              </a:ext>
            </a:extLst>
          </p:cNvPr>
          <p:cNvSpPr>
            <a:spLocks noChangeAspect="1"/>
          </p:cNvSpPr>
          <p:nvPr/>
        </p:nvSpPr>
        <p:spPr>
          <a:xfrm>
            <a:off x="2075276" y="116027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BEC215A1-3586-802D-1619-A74EE1085876}"/>
              </a:ext>
            </a:extLst>
          </p:cNvPr>
          <p:cNvSpPr>
            <a:spLocks noChangeAspect="1"/>
          </p:cNvSpPr>
          <p:nvPr/>
        </p:nvSpPr>
        <p:spPr>
          <a:xfrm>
            <a:off x="477337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1120D8DC-BEC6-C921-AC22-BAF22D840858}"/>
              </a:ext>
            </a:extLst>
          </p:cNvPr>
          <p:cNvSpPr>
            <a:spLocks noChangeAspect="1"/>
          </p:cNvSpPr>
          <p:nvPr/>
        </p:nvSpPr>
        <p:spPr>
          <a:xfrm>
            <a:off x="4773372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82BE3398-8B7B-67E6-5B1A-3705C888077B}"/>
              </a:ext>
            </a:extLst>
          </p:cNvPr>
          <p:cNvSpPr>
            <a:spLocks noChangeAspect="1"/>
          </p:cNvSpPr>
          <p:nvPr/>
        </p:nvSpPr>
        <p:spPr>
          <a:xfrm>
            <a:off x="656533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271C9512-298B-6326-0AF3-9CD0B989512E}"/>
              </a:ext>
            </a:extLst>
          </p:cNvPr>
          <p:cNvSpPr>
            <a:spLocks noChangeAspect="1"/>
          </p:cNvSpPr>
          <p:nvPr/>
        </p:nvSpPr>
        <p:spPr>
          <a:xfrm>
            <a:off x="6574759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FD405B4-D47D-6ECE-51EA-C6C94BCE38E6}"/>
              </a:ext>
            </a:extLst>
          </p:cNvPr>
          <p:cNvGrpSpPr/>
          <p:nvPr/>
        </p:nvGrpSpPr>
        <p:grpSpPr>
          <a:xfrm>
            <a:off x="9131494" y="30741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DA7FF136-3B1C-FBB1-F0DB-D9E75EF052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FAA94BBD-6C63-1F57-466F-BC0FAF0CFD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949D9C31-B665-51A0-141B-69E42B92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A8BB0AE3-1EFE-4A95-E3FA-D8E3A5B2C103}"/>
              </a:ext>
            </a:extLst>
          </p:cNvPr>
          <p:cNvGrpSpPr/>
          <p:nvPr/>
        </p:nvGrpSpPr>
        <p:grpSpPr>
          <a:xfrm>
            <a:off x="3926255" y="2703354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1AE00F55-AC4E-7FA3-F588-B8B0B06B4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EF7BF37B-4A63-9092-50AE-806E5DF133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1A434DFC-6D00-484B-B163-3853D0C556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1B39D981-A97C-913C-C842-4FFF06327B0E}"/>
              </a:ext>
            </a:extLst>
          </p:cNvPr>
          <p:cNvGrpSpPr/>
          <p:nvPr/>
        </p:nvGrpSpPr>
        <p:grpSpPr>
          <a:xfrm>
            <a:off x="3926255" y="1706206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2787494B-5FC5-2B8B-7792-6BB4AF6CE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9B46DC15-5183-C4C8-2DE1-8D40D89C49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CDCBF339-BF63-E551-CB08-26C27EBD6F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C02F748-E21B-DFEF-F403-6A5119EAC845}"/>
              </a:ext>
            </a:extLst>
          </p:cNvPr>
          <p:cNvGrpSpPr/>
          <p:nvPr/>
        </p:nvGrpSpPr>
        <p:grpSpPr>
          <a:xfrm>
            <a:off x="3926255" y="1275169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3810D27D-89C0-690C-8A47-3CE32338AC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114DECF9-5368-4152-A94B-D1BD9E1C23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7C3FB07F-6170-E544-120E-38A79A4355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D19D3652-0247-6CD2-C281-FCF92E9A5F25}"/>
              </a:ext>
            </a:extLst>
          </p:cNvPr>
          <p:cNvGrpSpPr/>
          <p:nvPr/>
        </p:nvGrpSpPr>
        <p:grpSpPr>
          <a:xfrm>
            <a:off x="4423245" y="2291250"/>
            <a:ext cx="360000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0D1D4602-5CA6-F4D9-DF92-D17FAB47EEB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494E5CCC-6BFE-4864-5999-36C21B04AC0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9B5A200B-DD4E-AB62-E77B-9B5BBC60E9E3}"/>
              </a:ext>
            </a:extLst>
          </p:cNvPr>
          <p:cNvGrpSpPr/>
          <p:nvPr/>
        </p:nvGrpSpPr>
        <p:grpSpPr>
          <a:xfrm>
            <a:off x="2073787" y="208010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45438D7C-3DCD-3271-CB64-1E9866F6BC12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6A05CCD0-A15B-D69A-D593-F499128FD376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428A30EB-C7EA-6A3A-CAE7-A363C198C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3836405D-D258-B3B1-A76B-3574CD4CB5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55BADDBF-7860-BB3A-E401-C41B08B88C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49A7AD7E-6FB1-7061-1E20-3BBC6A35DE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D60267A1-EB21-53F2-0A54-EE753678E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3AC466E5-075B-2A45-1D63-87042375C618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65B74B03-C350-EE76-3E39-AEEAA03C12AD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7773FF56-5AC4-AEDD-7F4F-89310DE4A164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AAE5A51F-415F-50C0-D409-6FB038DF9B38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CC7F6252-EE26-5C4D-D640-34BB73B58015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4DDE2F1A-3491-7A7B-7538-0454571C9CCD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E47FF9B0-DA78-769C-F1C0-6F7F6EADC92E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F5977882-0027-A211-F383-7C9DC68974E9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33A4FDEC-2304-2E1E-F78B-CF3CED67567A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6DC795B2-56CC-4C45-E0B8-6F460A0BB2F0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687DC8F6-B216-CE1B-8A74-5A85B9CF773F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A1E07C8F-8FBE-F25F-5E49-8EBE82031501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D0C71AE0-AF4E-21C9-19B3-957ADE98200B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F998205C-F049-3335-14F4-21B9F5C19D67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F7E0883C-588D-4DDE-3BE3-3A93F3B3479A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19EB99BC-6C21-32D3-D70C-893444B6613E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DD4216C5-54C5-79E2-FC78-B57520D25F3F}"/>
              </a:ext>
            </a:extLst>
          </p:cNvPr>
          <p:cNvGrpSpPr/>
          <p:nvPr/>
        </p:nvGrpSpPr>
        <p:grpSpPr>
          <a:xfrm>
            <a:off x="276268" y="2077719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6A67AFD5-3BC1-F77E-1A13-3E36B6348854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14A814D0-862B-1921-25A4-82047734182E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5DD22C71-4CC4-F9AD-79F0-86217573C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FE9A07D0-27C9-7E85-41D6-1523E28D63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AFC7DB19-0F12-43B1-5A68-6AD1B43D29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9BF7289F-72EE-F48B-6739-08A812C88D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1855F8A3-D11B-5825-9DFD-F93FAE7BEF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EA5B9B2B-921E-D6CD-4CD4-10593E933063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B6A04CAF-AFB1-0838-5F44-8E64B3D8B056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6C3C1451-EBEF-2F68-DF75-C2F527DB5FB1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4D2EFCC9-4680-C1BA-8BEC-333C235E6516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F62D0AF2-1CEB-0C2D-BD40-1406EEB1EA81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1AEC8BA4-01E9-CA21-BE65-306128B1A5D6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3DC7D717-0578-2054-A252-997622640823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A4AF850D-B542-8256-6C7D-DF6853E75B95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BE70AAE9-5F0A-8DC9-6272-F192FE0B6808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339D206F-0B6F-96F7-762A-FBA1956DADFE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4FC46070-BE9A-9D62-914D-ABD4FE18ABB9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7001F618-17BB-ABCB-DAB8-6D852CCEE96F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F053EA83-5DC4-2DFC-375E-D5A57BB449C6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2C2966C4-C8A4-ECCD-422C-007CB40479A5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1E01E789-DBF8-911B-091D-033761EC68F8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197C1CC1-BCFE-B0E4-73EE-11687B86B80F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3D2D52A6-6141-037D-CEF7-DF274F50F202}"/>
              </a:ext>
            </a:extLst>
          </p:cNvPr>
          <p:cNvGrpSpPr/>
          <p:nvPr/>
        </p:nvGrpSpPr>
        <p:grpSpPr>
          <a:xfrm>
            <a:off x="3505749" y="2289128"/>
            <a:ext cx="360000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1578FB00-6119-99A7-CA6D-5FD4243F33FF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5F7BAC54-15CC-5954-3522-06C9005B568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BBFA3C37-4121-22BC-A806-777A14580DA1}"/>
              </a:ext>
            </a:extLst>
          </p:cNvPr>
          <p:cNvGrpSpPr/>
          <p:nvPr/>
        </p:nvGrpSpPr>
        <p:grpSpPr>
          <a:xfrm>
            <a:off x="1721788" y="2287003"/>
            <a:ext cx="360000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D356DD10-5F56-E903-32D1-BE4FB820536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A92A5F0D-BE8A-DE69-8DD5-6A6B67F2439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6CC1527E-6847-1FAD-DD57-FDAAB14A3E60}"/>
              </a:ext>
            </a:extLst>
          </p:cNvPr>
          <p:cNvGrpSpPr/>
          <p:nvPr/>
        </p:nvGrpSpPr>
        <p:grpSpPr>
          <a:xfrm>
            <a:off x="4790117" y="2089102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E807D649-6542-C76E-C061-B0F16472A286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4C90B958-8232-F90C-788D-76A278C9FD7C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EA78C1EA-BB08-D079-5E0F-C0076CF6D7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AB658EC1-B0D0-ECFF-0216-F750157847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8A2FADDA-C3EE-806A-F560-C2B9F4448C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A61DF594-BA3C-6F32-C371-ED4F04A617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957DD04-C3B9-22D2-1256-4171F70EC7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CC03AA1E-3623-0BEB-B8D3-B14F6D6EC74C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A5D0B758-FD9E-FA95-FFC9-AE376DE0CBEA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149B24D2-F04F-6218-FEB1-16181B564026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D04D922F-A6B6-013B-33FE-0CB0D9353645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464539D9-D907-F1E5-4A05-F5F2694D13BA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CC19D772-AE04-C0F7-48B7-2BDD07300FFA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D80D6BDD-CCE1-C054-4FF5-8208C6D32E61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1DDD5BCB-3C47-0B22-72F0-8DC1353A5C3C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ED0B455B-ACDA-3498-B193-0442F34842C3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B6FE0838-A459-D1DD-D697-CF73F2B70E53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F0051864-565D-7AA8-EB21-57E4DA93C426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6843D1B2-5A97-F806-167C-6758BC06F3FD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695107AF-2F6D-1AE6-6497-3A87DF5686FB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3913E146-39A9-4ED1-951B-149E6FCB4E3C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1225D608-A79A-5113-5089-5322E24384F1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EDACB38B-5B52-B1C5-699B-379889AE3BF9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E9960645-D82A-DE36-4079-E5BC6B6C72D9}"/>
              </a:ext>
            </a:extLst>
          </p:cNvPr>
          <p:cNvGrpSpPr/>
          <p:nvPr/>
        </p:nvGrpSpPr>
        <p:grpSpPr>
          <a:xfrm>
            <a:off x="6573876" y="2089102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608261D8-AA69-1331-C543-DB7E4E746987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9F10E88F-10FB-8781-89C6-7E90C31D49E0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FB2370FD-86E8-B5E8-CFB3-CBE71D4DE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DAE4CFF8-8AD9-24F3-993F-8101AFD80C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5FA7142B-66F4-4D9B-64C5-3A1D2E788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BE3B26F1-3747-56F0-0B93-97A2B250D3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0A509DAB-51F7-B61F-3CE1-2686EC0950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7C3D705D-9757-17AD-0877-C1B8FC162ED6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4FB3744C-E52E-37FF-E7D9-FDA2EA792270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BE21D6F2-3AEF-67FC-D9A1-AEFAAB8F8BCD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36D5A5AD-123A-9F20-7736-D6ACC8C27CA9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40312F30-C387-15AE-9BB9-C1EA76B6A5AA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08318A54-224B-1997-2155-8729EB4B8210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A02C79A6-C9B1-F143-E31D-4E3D40DD1F0B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1C60FDD2-D8B3-FB4D-9ED3-86CC99F0AC75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8F11A894-401B-FEAF-4A36-B7CD5524DC8F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A77BACF6-669B-443D-A2AE-7530329E7674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376B61B5-89DB-DF9E-4176-B75ED46DAC72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BD76414E-EEA4-6A77-9B73-EB7D63616917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5815" cy="43212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BEA0B91C-C128-CD78-0C94-EA1C569D0170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08F5E37E-1D41-6184-2C87-FD9DAD685864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0781DD00-540E-4737-79A0-6CB84124B636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D33FA71C-AA78-A643-FCF3-DFA54384A2BE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0F895840-7060-F1B4-339B-3987C1AA1537}"/>
              </a:ext>
            </a:extLst>
          </p:cNvPr>
          <p:cNvSpPr txBox="1"/>
          <p:nvPr/>
        </p:nvSpPr>
        <p:spPr>
          <a:xfrm>
            <a:off x="1638904" y="387750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EA5A2568-BB95-96D5-65AD-9DB6D62BBA64}"/>
              </a:ext>
            </a:extLst>
          </p:cNvPr>
          <p:cNvSpPr txBox="1"/>
          <p:nvPr/>
        </p:nvSpPr>
        <p:spPr>
          <a:xfrm>
            <a:off x="1630861" y="4254044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8DBBCC2A-CD62-92AB-FB91-4E296599FB24}"/>
              </a:ext>
            </a:extLst>
          </p:cNvPr>
          <p:cNvSpPr txBox="1"/>
          <p:nvPr/>
        </p:nvSpPr>
        <p:spPr>
          <a:xfrm>
            <a:off x="3121533" y="483106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E29A75B4-E9F0-F88D-9E0F-82CA7EAD6BDB}"/>
              </a:ext>
            </a:extLst>
          </p:cNvPr>
          <p:cNvSpPr txBox="1"/>
          <p:nvPr/>
        </p:nvSpPr>
        <p:spPr>
          <a:xfrm>
            <a:off x="8895603" y="483106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D6246B6F-656E-DD9F-F00D-D5DB322FD374}"/>
              </a:ext>
            </a:extLst>
          </p:cNvPr>
          <p:cNvSpPr txBox="1"/>
          <p:nvPr/>
        </p:nvSpPr>
        <p:spPr>
          <a:xfrm>
            <a:off x="10352554" y="483106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7" name="Elipse 9">
            <a:extLst>
              <a:ext uri="{FF2B5EF4-FFF2-40B4-BE49-F238E27FC236}">
                <a16:creationId xmlns:a16="http://schemas.microsoft.com/office/drawing/2014/main" id="{25664D4C-A348-A7DD-FD07-787A33E6390B}"/>
              </a:ext>
            </a:extLst>
          </p:cNvPr>
          <p:cNvSpPr>
            <a:spLocks noChangeAspect="1"/>
          </p:cNvSpPr>
          <p:nvPr/>
        </p:nvSpPr>
        <p:spPr>
          <a:xfrm>
            <a:off x="9157839" y="1527941"/>
            <a:ext cx="324000" cy="3244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Elipse 9">
            <a:extLst>
              <a:ext uri="{FF2B5EF4-FFF2-40B4-BE49-F238E27FC236}">
                <a16:creationId xmlns:a16="http://schemas.microsoft.com/office/drawing/2014/main" id="{5F84DF62-CE3C-18A0-F624-A436CCEDF2B0}"/>
              </a:ext>
            </a:extLst>
          </p:cNvPr>
          <p:cNvSpPr>
            <a:spLocks noChangeAspect="1"/>
          </p:cNvSpPr>
          <p:nvPr/>
        </p:nvSpPr>
        <p:spPr>
          <a:xfrm>
            <a:off x="9157973" y="2241532"/>
            <a:ext cx="324000" cy="32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Elipse 9">
            <a:extLst>
              <a:ext uri="{FF2B5EF4-FFF2-40B4-BE49-F238E27FC236}">
                <a16:creationId xmlns:a16="http://schemas.microsoft.com/office/drawing/2014/main" id="{A7C6D565-0E2D-4665-1255-146241A1C50E}"/>
              </a:ext>
            </a:extLst>
          </p:cNvPr>
          <p:cNvSpPr>
            <a:spLocks noChangeAspect="1"/>
          </p:cNvSpPr>
          <p:nvPr/>
        </p:nvSpPr>
        <p:spPr>
          <a:xfrm>
            <a:off x="9157839" y="3667642"/>
            <a:ext cx="324000" cy="32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Elipse 9">
            <a:extLst>
              <a:ext uri="{FF2B5EF4-FFF2-40B4-BE49-F238E27FC236}">
                <a16:creationId xmlns:a16="http://schemas.microsoft.com/office/drawing/2014/main" id="{EC5B0159-CA11-BBCE-DCBF-FC1FB4ABEDAF}"/>
              </a:ext>
            </a:extLst>
          </p:cNvPr>
          <p:cNvSpPr>
            <a:spLocks noChangeAspect="1"/>
          </p:cNvSpPr>
          <p:nvPr/>
        </p:nvSpPr>
        <p:spPr>
          <a:xfrm>
            <a:off x="9157839" y="4411393"/>
            <a:ext cx="324000" cy="32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ector recto de flecha 39">
            <a:extLst>
              <a:ext uri="{FF2B5EF4-FFF2-40B4-BE49-F238E27FC236}">
                <a16:creationId xmlns:a16="http://schemas.microsoft.com/office/drawing/2014/main" id="{D5447E98-7155-1FCE-F6BC-A40EB9D87A6A}"/>
              </a:ext>
            </a:extLst>
          </p:cNvPr>
          <p:cNvCxnSpPr>
            <a:cxnSpLocks/>
            <a:stCxn id="39" idx="3"/>
            <a:endCxn id="7" idx="3"/>
          </p:cNvCxnSpPr>
          <p:nvPr/>
        </p:nvCxnSpPr>
        <p:spPr>
          <a:xfrm flipV="1">
            <a:off x="8005332" y="1804904"/>
            <a:ext cx="1199956" cy="130451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39">
            <a:extLst>
              <a:ext uri="{FF2B5EF4-FFF2-40B4-BE49-F238E27FC236}">
                <a16:creationId xmlns:a16="http://schemas.microsoft.com/office/drawing/2014/main" id="{73062D7B-71E4-FC09-1BEA-407AA84640BE}"/>
              </a:ext>
            </a:extLst>
          </p:cNvPr>
          <p:cNvCxnSpPr>
            <a:cxnSpLocks/>
            <a:stCxn id="39" idx="3"/>
            <a:endCxn id="16" idx="2"/>
          </p:cNvCxnSpPr>
          <p:nvPr/>
        </p:nvCxnSpPr>
        <p:spPr>
          <a:xfrm flipV="1">
            <a:off x="8005332" y="2403532"/>
            <a:ext cx="1152641" cy="7058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9">
            <a:extLst>
              <a:ext uri="{FF2B5EF4-FFF2-40B4-BE49-F238E27FC236}">
                <a16:creationId xmlns:a16="http://schemas.microsoft.com/office/drawing/2014/main" id="{B56EDE8B-7487-C902-01FC-24481A2D9172}"/>
              </a:ext>
            </a:extLst>
          </p:cNvPr>
          <p:cNvCxnSpPr>
            <a:cxnSpLocks/>
            <a:stCxn id="39" idx="3"/>
            <a:endCxn id="20" idx="1"/>
          </p:cNvCxnSpPr>
          <p:nvPr/>
        </p:nvCxnSpPr>
        <p:spPr>
          <a:xfrm>
            <a:off x="8005332" y="3109414"/>
            <a:ext cx="1199956" cy="13494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07385B4-AC6A-E553-D34D-9E7F9715C786}"/>
              </a:ext>
            </a:extLst>
          </p:cNvPr>
          <p:cNvSpPr/>
          <p:nvPr/>
        </p:nvSpPr>
        <p:spPr>
          <a:xfrm>
            <a:off x="7622152" y="2932620"/>
            <a:ext cx="383180" cy="3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8" name="Conector recto de flecha 39">
            <a:extLst>
              <a:ext uri="{FF2B5EF4-FFF2-40B4-BE49-F238E27FC236}">
                <a16:creationId xmlns:a16="http://schemas.microsoft.com/office/drawing/2014/main" id="{376E1109-DC95-EC57-351E-5F4C2D689FF4}"/>
              </a:ext>
            </a:extLst>
          </p:cNvPr>
          <p:cNvCxnSpPr>
            <a:cxnSpLocks/>
            <a:stCxn id="39" idx="3"/>
            <a:endCxn id="19" idx="2"/>
          </p:cNvCxnSpPr>
          <p:nvPr/>
        </p:nvCxnSpPr>
        <p:spPr>
          <a:xfrm>
            <a:off x="8005332" y="3109414"/>
            <a:ext cx="1152507" cy="7202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39">
            <a:extLst>
              <a:ext uri="{FF2B5EF4-FFF2-40B4-BE49-F238E27FC236}">
                <a16:creationId xmlns:a16="http://schemas.microsoft.com/office/drawing/2014/main" id="{2753A51C-93D0-7443-F8F5-1779D15DF578}"/>
              </a:ext>
            </a:extLst>
          </p:cNvPr>
          <p:cNvCxnSpPr>
            <a:cxnSpLocks/>
            <a:stCxn id="7" idx="5"/>
            <a:endCxn id="49" idx="2"/>
          </p:cNvCxnSpPr>
          <p:nvPr/>
        </p:nvCxnSpPr>
        <p:spPr>
          <a:xfrm>
            <a:off x="9434390" y="1804904"/>
            <a:ext cx="1201879" cy="130451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39">
            <a:extLst>
              <a:ext uri="{FF2B5EF4-FFF2-40B4-BE49-F238E27FC236}">
                <a16:creationId xmlns:a16="http://schemas.microsoft.com/office/drawing/2014/main" id="{44531A05-BAE9-6D7F-31CE-CDC16FB6E58F}"/>
              </a:ext>
            </a:extLst>
          </p:cNvPr>
          <p:cNvCxnSpPr>
            <a:cxnSpLocks/>
            <a:stCxn id="16" idx="6"/>
            <a:endCxn id="49" idx="2"/>
          </p:cNvCxnSpPr>
          <p:nvPr/>
        </p:nvCxnSpPr>
        <p:spPr>
          <a:xfrm>
            <a:off x="9481973" y="2403532"/>
            <a:ext cx="1154296" cy="7058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39">
            <a:extLst>
              <a:ext uri="{FF2B5EF4-FFF2-40B4-BE49-F238E27FC236}">
                <a16:creationId xmlns:a16="http://schemas.microsoft.com/office/drawing/2014/main" id="{6C90F7E7-B680-B4D8-923A-0CE17B915B1E}"/>
              </a:ext>
            </a:extLst>
          </p:cNvPr>
          <p:cNvCxnSpPr>
            <a:cxnSpLocks/>
            <a:stCxn id="19" idx="6"/>
            <a:endCxn id="49" idx="2"/>
          </p:cNvCxnSpPr>
          <p:nvPr/>
        </p:nvCxnSpPr>
        <p:spPr>
          <a:xfrm flipV="1">
            <a:off x="9481839" y="3109414"/>
            <a:ext cx="1154430" cy="7202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39">
            <a:extLst>
              <a:ext uri="{FF2B5EF4-FFF2-40B4-BE49-F238E27FC236}">
                <a16:creationId xmlns:a16="http://schemas.microsoft.com/office/drawing/2014/main" id="{EBC063B9-9E70-77EE-9281-0555A1E50D58}"/>
              </a:ext>
            </a:extLst>
          </p:cNvPr>
          <p:cNvCxnSpPr>
            <a:cxnSpLocks/>
            <a:stCxn id="20" idx="7"/>
            <a:endCxn id="49" idx="2"/>
          </p:cNvCxnSpPr>
          <p:nvPr/>
        </p:nvCxnSpPr>
        <p:spPr>
          <a:xfrm flipV="1">
            <a:off x="9434390" y="3109414"/>
            <a:ext cx="1201879" cy="13494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97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388F6-CA12-4263-7983-F1A357D2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800C49C2-A9E3-4A54-5950-22B0EC4AB25E}"/>
              </a:ext>
            </a:extLst>
          </p:cNvPr>
          <p:cNvCxnSpPr>
            <a:cxnSpLocks/>
          </p:cNvCxnSpPr>
          <p:nvPr/>
        </p:nvCxnSpPr>
        <p:spPr>
          <a:xfrm flipH="1">
            <a:off x="6792261" y="1448202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B44C64BF-D9B3-40DF-D6E6-45A012F8DA4E}"/>
              </a:ext>
            </a:extLst>
          </p:cNvPr>
          <p:cNvCxnSpPr>
            <a:cxnSpLocks/>
          </p:cNvCxnSpPr>
          <p:nvPr/>
        </p:nvCxnSpPr>
        <p:spPr>
          <a:xfrm flipH="1">
            <a:off x="5012509" y="1447014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44B020EB-BE42-7438-C604-22BF09EA05D8}"/>
              </a:ext>
            </a:extLst>
          </p:cNvPr>
          <p:cNvGrpSpPr/>
          <p:nvPr/>
        </p:nvGrpSpPr>
        <p:grpSpPr>
          <a:xfrm>
            <a:off x="6216216" y="2298088"/>
            <a:ext cx="360000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183D17CF-0CE7-F2F1-D907-1095940F9EBE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9495A8CF-6BED-CFF1-637C-D929127C24D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2A3D47FE-2506-F11D-6E3C-B4AB445C1121}"/>
              </a:ext>
            </a:extLst>
          </p:cNvPr>
          <p:cNvCxnSpPr>
            <a:cxnSpLocks/>
          </p:cNvCxnSpPr>
          <p:nvPr/>
        </p:nvCxnSpPr>
        <p:spPr>
          <a:xfrm>
            <a:off x="504289" y="145565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2F4929DB-B366-C6C1-A2C7-E957676F5ACB}"/>
              </a:ext>
            </a:extLst>
          </p:cNvPr>
          <p:cNvCxnSpPr>
            <a:cxnSpLocks/>
          </p:cNvCxnSpPr>
          <p:nvPr/>
        </p:nvCxnSpPr>
        <p:spPr>
          <a:xfrm>
            <a:off x="2295929" y="146064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0DAB8C5-5DEF-46A3-1726-D6AAE52D5F32}"/>
              </a:ext>
            </a:extLst>
          </p:cNvPr>
          <p:cNvSpPr>
            <a:spLocks noChangeAspect="1"/>
          </p:cNvSpPr>
          <p:nvPr/>
        </p:nvSpPr>
        <p:spPr>
          <a:xfrm>
            <a:off x="274244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28EA203-9961-F27A-5F8B-4586DED566BC}"/>
              </a:ext>
            </a:extLst>
          </p:cNvPr>
          <p:cNvSpPr>
            <a:spLocks noChangeAspect="1"/>
          </p:cNvSpPr>
          <p:nvPr/>
        </p:nvSpPr>
        <p:spPr>
          <a:xfrm>
            <a:off x="274244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1BD353CD-C07B-F2F9-FDB7-3C0FD70C8C7F}"/>
              </a:ext>
            </a:extLst>
          </p:cNvPr>
          <p:cNvSpPr>
            <a:spLocks noChangeAspect="1"/>
          </p:cNvSpPr>
          <p:nvPr/>
        </p:nvSpPr>
        <p:spPr>
          <a:xfrm>
            <a:off x="9597508" y="2451267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E580A808-20BE-C9F0-E682-5307CC42843B}"/>
              </a:ext>
            </a:extLst>
          </p:cNvPr>
          <p:cNvSpPr>
            <a:spLocks noChangeAspect="1"/>
          </p:cNvSpPr>
          <p:nvPr/>
        </p:nvSpPr>
        <p:spPr>
          <a:xfrm>
            <a:off x="2075276" y="159131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19784415-89C6-F814-D338-398C0A045184}"/>
              </a:ext>
            </a:extLst>
          </p:cNvPr>
          <p:cNvSpPr>
            <a:spLocks noChangeAspect="1"/>
          </p:cNvSpPr>
          <p:nvPr/>
        </p:nvSpPr>
        <p:spPr>
          <a:xfrm>
            <a:off x="2075276" y="116027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F328E4B1-D2B7-7772-E6B2-5FFDDA119B16}"/>
              </a:ext>
            </a:extLst>
          </p:cNvPr>
          <p:cNvSpPr>
            <a:spLocks noChangeAspect="1"/>
          </p:cNvSpPr>
          <p:nvPr/>
        </p:nvSpPr>
        <p:spPr>
          <a:xfrm>
            <a:off x="477337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4E2FC750-9E2A-C57C-EA9E-456E4F5D8340}"/>
              </a:ext>
            </a:extLst>
          </p:cNvPr>
          <p:cNvSpPr>
            <a:spLocks noChangeAspect="1"/>
          </p:cNvSpPr>
          <p:nvPr/>
        </p:nvSpPr>
        <p:spPr>
          <a:xfrm>
            <a:off x="4773372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2E861821-D660-EF96-7B85-8FBE6AC138BF}"/>
              </a:ext>
            </a:extLst>
          </p:cNvPr>
          <p:cNvSpPr>
            <a:spLocks noChangeAspect="1"/>
          </p:cNvSpPr>
          <p:nvPr/>
        </p:nvSpPr>
        <p:spPr>
          <a:xfrm>
            <a:off x="6565332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2185EF8C-3807-9374-D64C-ADA6605A5F19}"/>
              </a:ext>
            </a:extLst>
          </p:cNvPr>
          <p:cNvSpPr>
            <a:spLocks noChangeAspect="1"/>
          </p:cNvSpPr>
          <p:nvPr/>
        </p:nvSpPr>
        <p:spPr>
          <a:xfrm>
            <a:off x="6574759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34909768-A4C4-EFCA-F611-5DF3C0959F8E}"/>
              </a:ext>
            </a:extLst>
          </p:cNvPr>
          <p:cNvGrpSpPr/>
          <p:nvPr/>
        </p:nvGrpSpPr>
        <p:grpSpPr>
          <a:xfrm>
            <a:off x="3926255" y="2703354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83468DB0-8714-1AEC-248F-B880D4112F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04644AE9-E047-9E49-AAF3-290A1EAA14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327C9247-32F8-805A-905C-67ABEA119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2AB11B16-470F-8B25-84FE-0DEE85F26524}"/>
              </a:ext>
            </a:extLst>
          </p:cNvPr>
          <p:cNvGrpSpPr/>
          <p:nvPr/>
        </p:nvGrpSpPr>
        <p:grpSpPr>
          <a:xfrm>
            <a:off x="3926255" y="1706206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B2889C1A-BAB5-E59F-3D60-1A675AB037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8CCCBE62-4BDC-246E-8026-2AD6730FC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BB59A76A-6742-7B10-F6F5-FDD9B40627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6E8B14BF-B56B-A5F0-8A8E-5EE86F3F3A13}"/>
              </a:ext>
            </a:extLst>
          </p:cNvPr>
          <p:cNvGrpSpPr/>
          <p:nvPr/>
        </p:nvGrpSpPr>
        <p:grpSpPr>
          <a:xfrm>
            <a:off x="3926255" y="1275169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5D1F3443-0D18-D8C3-A161-26EB4F26B9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CC28730F-A1B2-4FFC-2B8A-634389674C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5F7542A6-C56E-2283-49CC-9D29CCF5E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B8EFBCB3-4339-E148-D8BE-972EDBF39CBE}"/>
              </a:ext>
            </a:extLst>
          </p:cNvPr>
          <p:cNvGrpSpPr/>
          <p:nvPr/>
        </p:nvGrpSpPr>
        <p:grpSpPr>
          <a:xfrm>
            <a:off x="4423245" y="2291250"/>
            <a:ext cx="360000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CDDD2609-80D4-B77F-5C4D-DA2FF12B43B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07588D1C-413D-2EF3-E50E-C60EB6D799C1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1B56547A-DCBF-5B19-6B91-D32183553997}"/>
              </a:ext>
            </a:extLst>
          </p:cNvPr>
          <p:cNvGrpSpPr/>
          <p:nvPr/>
        </p:nvGrpSpPr>
        <p:grpSpPr>
          <a:xfrm>
            <a:off x="2073787" y="208010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207F0139-FBF0-9C84-03D8-559F364DE1A1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DD3E8A2B-5329-E9AB-8BB0-2B1F18B49489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003D08EB-F996-246B-1651-BA4CD79AF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C5F14548-D2BB-2C62-BB46-FC2DC42B16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52112500-8958-67D3-0BFB-1ACE3D6EC4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3B37CD0E-C204-2C60-69C5-CE55A2FBB5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EAC38474-AF55-98F9-B3E7-641BA1837E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E182D089-FFA4-79C5-1A88-84D52687D234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2FC36F3B-0D49-BD0C-B0C4-2B156EAF9B65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DF5415F4-89CF-ACDE-DCE5-547BE5859912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1D76A0C4-7EC0-6345-714F-EE1A7388919B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EF00C9CA-84F0-AAD5-C3B2-FEB069C654AD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EC070E37-F684-C954-1699-4BEA1F8334F9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DA12FF7B-7CC2-1B6F-B7A9-648633C90BC8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582FA71B-039B-626A-1047-7F3CE6D65802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19BF50AB-2672-965A-6AE9-EE53E7DE8244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5D09AE5F-AB35-2BCB-216B-A9373FEB433E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31638650-D5C0-D4DC-2868-8B96925D94A9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1" name="Conector: angular 230">
              <a:extLst>
                <a:ext uri="{FF2B5EF4-FFF2-40B4-BE49-F238E27FC236}">
                  <a16:creationId xmlns:a16="http://schemas.microsoft.com/office/drawing/2014/main" id="{16F9AC44-F34E-9550-D530-29767FD486FD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9" y="3527425"/>
              <a:ext cx="162820" cy="42010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9EC639BA-5ABA-32F8-2D35-327EAA33C0A6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2AD5F215-14CF-46C0-8858-DCE90CACDFE8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D63EAAED-6218-744E-3CEE-A750B07C1CF5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17718EFF-C10D-D920-FF62-241BB3E2766A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FAB610DF-2DDC-1922-4D9A-9F7C75EDC358}"/>
              </a:ext>
            </a:extLst>
          </p:cNvPr>
          <p:cNvGrpSpPr/>
          <p:nvPr/>
        </p:nvGrpSpPr>
        <p:grpSpPr>
          <a:xfrm>
            <a:off x="276268" y="2077719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6EA3C88A-CAC3-36FA-7F65-88EC0589E1C2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C7B2351E-B1E4-86D8-4D55-E08C4EB1C0B1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C1DFBFFC-89D2-3BA8-D5E8-5B32B917B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C4761A0C-D935-C5FE-2AA4-DD0669A01B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3119CCA0-DB40-4CCF-5B97-D8408B80BC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C1C21798-D630-0CB5-95DD-996281ECF5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93A9D196-90AB-CA45-4359-E56ED1AD17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61D6A8DD-EB25-7439-0E88-A225FD71F8CE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793EA5E3-B717-78F0-8BC4-4111CF23B320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AE6A6729-A62A-E24A-B0A7-8FF9C4D31F14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13DD32B6-3EC9-8441-6A35-3B8267A409AB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A5BC4C59-9DDF-1E23-CD40-1FB88F6E2034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EAA30CF1-9B80-79FD-AF4B-0CAF506FCB2F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39F3AD5E-44E9-CCBB-C2EB-66244D2A0F8C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FF6BFE55-5B6F-4DA6-3F49-A7CFD857F4EE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C9732EB8-8C79-0F0D-2AFF-AC96770941B1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8D65E8BC-FDDA-52C0-AC61-49C3D5E8A39C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7DDF5321-DCD3-4992-52D7-658387E02696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0" name="Conector: angular 259">
              <a:extLst>
                <a:ext uri="{FF2B5EF4-FFF2-40B4-BE49-F238E27FC236}">
                  <a16:creationId xmlns:a16="http://schemas.microsoft.com/office/drawing/2014/main" id="{DEED963C-5774-C4E7-2FE9-FA34F169CAA5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9" y="3527425"/>
              <a:ext cx="161331" cy="418493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4731B1FA-391B-0DDD-9053-EDE8710EA625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9CBE6D31-76E5-5D3E-B400-0B663FBAACBA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C3B0C773-4C05-5F0D-7C48-A6F106927683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8CF55E1C-CBF4-FBEF-E110-12C31B74DD95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CAAB1CCF-3B7D-17BB-AC50-47D0178CB8F9}"/>
              </a:ext>
            </a:extLst>
          </p:cNvPr>
          <p:cNvGrpSpPr/>
          <p:nvPr/>
        </p:nvGrpSpPr>
        <p:grpSpPr>
          <a:xfrm>
            <a:off x="3505749" y="2289128"/>
            <a:ext cx="360000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DB78DEFA-00A0-7466-DCCE-371C19D877B3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E11BE079-E097-87CC-E683-4121E3624A4D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18146EDB-990A-0271-4585-852053A28943}"/>
              </a:ext>
            </a:extLst>
          </p:cNvPr>
          <p:cNvGrpSpPr/>
          <p:nvPr/>
        </p:nvGrpSpPr>
        <p:grpSpPr>
          <a:xfrm>
            <a:off x="1721788" y="2287003"/>
            <a:ext cx="360000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BEE2778C-369B-E34D-B9CB-C9927D0055FB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8554C3ED-A441-7120-4ED3-7D00BFA4220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B8ED7174-8988-6299-5076-38A0496CDF81}"/>
              </a:ext>
            </a:extLst>
          </p:cNvPr>
          <p:cNvGrpSpPr/>
          <p:nvPr/>
        </p:nvGrpSpPr>
        <p:grpSpPr>
          <a:xfrm>
            <a:off x="4790117" y="2089102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4CE97838-0F1B-058F-63FA-0D3EA13E2407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DC9FDB75-AFA9-CA8D-BA36-CA8F2838B5AF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16ED6C1E-0D07-4F27-2134-66D951264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F73E7955-7726-8529-07D8-C9EEF15ADE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70062544-76FB-B144-1A30-47B78B68AF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4B6C2EC7-BAF7-AF8D-2ECE-71190DE88E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74DD55D-3415-7A4F-985D-A02D15746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88D31A41-58B4-E4D6-F782-0979228159EE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E8F31C2B-77C5-0251-380A-1DEF5C1D049A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66E8854D-868F-8352-36D9-5B7109D14F00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82DD4C35-B24A-385A-2A0B-E3CBC433A642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63ABB6D3-C936-72CA-34FC-D64BBDFEE045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4B4C123C-0345-D954-6FBA-1DF4050628E1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0BA11172-9AE5-A307-E9C3-03ACD3D59D94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D039CE7C-8956-FE74-B4AB-2BC5E5DFF24B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EB11C1C3-6139-ADD5-0A8A-51F99DD6BF8B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2F4078FC-36BB-AEB1-739F-F52454D929B1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1C0FB120-0D10-10C1-AB06-1A942E8A8298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1" name="Conector: angular 290">
              <a:extLst>
                <a:ext uri="{FF2B5EF4-FFF2-40B4-BE49-F238E27FC236}">
                  <a16:creationId xmlns:a16="http://schemas.microsoft.com/office/drawing/2014/main" id="{F41564FC-C4B4-99CF-67D8-338E957A418C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9" y="3527425"/>
              <a:ext cx="168223" cy="41701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37772D68-6418-2B34-09AD-6029E6A16C3A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8722E3A9-5A63-7798-9D9D-513001A7E655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C99A2310-918F-6576-1C9C-C638783486F7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AE863C70-384B-1FFD-2EA8-4D8285EF5957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02A3F11F-C88D-98E5-2A71-62FBA405F4B8}"/>
              </a:ext>
            </a:extLst>
          </p:cNvPr>
          <p:cNvGrpSpPr/>
          <p:nvPr/>
        </p:nvGrpSpPr>
        <p:grpSpPr>
          <a:xfrm>
            <a:off x="6573876" y="2089102"/>
            <a:ext cx="1440000" cy="1236685"/>
            <a:chOff x="3929140" y="2907883"/>
            <a:chExt cx="1440000" cy="1236685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0772DF05-9A1B-ABCA-6B7F-C158FB32D8C4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791D23F8-763A-4AFD-5C5D-A7E4A9354D42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18885981-4B6D-CC16-CAB6-D3CEAB29B9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682D335E-FB44-F226-F2D8-59510A5BE0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1C0A78EA-2822-A755-5E50-A3EEB2B3D4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DC7B68AF-F51C-0696-BEA4-A05ED33A67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7A9FED58-5016-A0F7-2586-A7E17C1EA7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E7C70893-FC51-029E-5986-8808D6740D31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2D30404E-A6D9-A8CD-76FE-588A0582F388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303BA394-6738-7A1D-D99F-862FC7692FB0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BD18CBFA-A0FB-630D-8C16-D217B6B90442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ED8A27AF-98D5-80D8-3BB1-FD092C634462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8AEAC403-C2F2-8E04-CB56-060C06606C26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ector: angular 312">
              <a:extLst>
                <a:ext uri="{FF2B5EF4-FFF2-40B4-BE49-F238E27FC236}">
                  <a16:creationId xmlns:a16="http://schemas.microsoft.com/office/drawing/2014/main" id="{5A9018B1-8844-7548-97BA-F82EB0DCACF4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2CB77900-FB6F-20AA-E2D3-A2340040F7B3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A674A658-4E6A-29B0-6449-ED1B599FF171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62EA1CF2-DD6F-EF6F-995A-AF11176C099D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8640DC2C-2C59-BF12-EC99-C7B5A42F1D4A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CF50DA8B-CD82-77D7-7031-026994C89B02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65815" cy="43212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F48E555A-C2FE-ACF6-3847-DADFE4E58D8B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422DAB35-38B9-9DA2-9D16-1C7BC82441D6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2F219F85-DAA5-4204-F997-458ED411F003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DF65E1F0-7B13-26B4-AEDB-8AA4C242675E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6CC62E77-99E2-3ADF-E168-D76973A37A08}"/>
              </a:ext>
            </a:extLst>
          </p:cNvPr>
          <p:cNvSpPr txBox="1"/>
          <p:nvPr/>
        </p:nvSpPr>
        <p:spPr>
          <a:xfrm>
            <a:off x="8111265" y="1146565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6C859E04-47CE-9559-CE5F-3DBDC16974EF}"/>
              </a:ext>
            </a:extLst>
          </p:cNvPr>
          <p:cNvSpPr txBox="1"/>
          <p:nvPr/>
        </p:nvSpPr>
        <p:spPr>
          <a:xfrm>
            <a:off x="8111265" y="1596330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1AAB11A8-C23C-0BF7-4DA8-B87FBB1BF68B}"/>
              </a:ext>
            </a:extLst>
          </p:cNvPr>
          <p:cNvSpPr txBox="1"/>
          <p:nvPr/>
        </p:nvSpPr>
        <p:spPr>
          <a:xfrm>
            <a:off x="3049972" y="3628668"/>
            <a:ext cx="216171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>
                <a:latin typeface="Palatino Linotype" panose="02040502050505030304" pitchFamily="18" charset="0"/>
              </a:rPr>
              <a:t>LSTM</a:t>
            </a:r>
          </a:p>
          <a:p>
            <a:pPr algn="ctr"/>
            <a:r>
              <a:rPr lang="es-ES" dirty="0">
                <a:latin typeface="Palatino Linotype" panose="02040502050505030304" pitchFamily="18" charset="0"/>
              </a:rPr>
              <a:t>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D40B93C3-31A0-B62F-A16B-1ABED4D3DC7D}"/>
              </a:ext>
            </a:extLst>
          </p:cNvPr>
          <p:cNvSpPr txBox="1"/>
          <p:nvPr/>
        </p:nvSpPr>
        <p:spPr>
          <a:xfrm>
            <a:off x="8368975" y="3658729"/>
            <a:ext cx="94016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>
                <a:latin typeface="Palatino Linotype" panose="02040502050505030304" pitchFamily="18" charset="0"/>
              </a:rPr>
              <a:t>FC </a:t>
            </a:r>
          </a:p>
          <a:p>
            <a:pPr algn="ctr"/>
            <a:r>
              <a:rPr lang="es-ES" dirty="0">
                <a:latin typeface="Palatino Linotype" panose="02040502050505030304" pitchFamily="18" charset="0"/>
              </a:rPr>
              <a:t>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02169401-9144-167B-42B5-C02B1BBBB962}"/>
              </a:ext>
            </a:extLst>
          </p:cNvPr>
          <p:cNvSpPr txBox="1"/>
          <p:nvPr/>
        </p:nvSpPr>
        <p:spPr>
          <a:xfrm>
            <a:off x="9309135" y="3628668"/>
            <a:ext cx="11546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3F4F6E-AD32-FBBD-B194-524E680AF05E}"/>
              </a:ext>
            </a:extLst>
          </p:cNvPr>
          <p:cNvSpPr/>
          <p:nvPr/>
        </p:nvSpPr>
        <p:spPr>
          <a:xfrm>
            <a:off x="7622152" y="2932620"/>
            <a:ext cx="383180" cy="3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: esquinas redondeadas 299">
            <a:extLst>
              <a:ext uri="{FF2B5EF4-FFF2-40B4-BE49-F238E27FC236}">
                <a16:creationId xmlns:a16="http://schemas.microsoft.com/office/drawing/2014/main" id="{0A5FA4BB-B351-36A7-12A5-D6600491FDA6}"/>
              </a:ext>
            </a:extLst>
          </p:cNvPr>
          <p:cNvSpPr/>
          <p:nvPr/>
        </p:nvSpPr>
        <p:spPr>
          <a:xfrm>
            <a:off x="8622255" y="2086124"/>
            <a:ext cx="360000" cy="1234286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F47FF23-10AF-4022-C5A4-76272D232509}"/>
              </a:ext>
            </a:extLst>
          </p:cNvPr>
          <p:cNvCxnSpPr>
            <a:cxnSpLocks/>
            <a:stCxn id="39" idx="3"/>
            <a:endCxn id="2" idx="1"/>
          </p:cNvCxnSpPr>
          <p:nvPr/>
        </p:nvCxnSpPr>
        <p:spPr>
          <a:xfrm flipV="1">
            <a:off x="8005332" y="2703267"/>
            <a:ext cx="616923" cy="406147"/>
          </a:xfrm>
          <a:prstGeom prst="bentConnector3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297">
            <a:extLst>
              <a:ext uri="{FF2B5EF4-FFF2-40B4-BE49-F238E27FC236}">
                <a16:creationId xmlns:a16="http://schemas.microsoft.com/office/drawing/2014/main" id="{79927707-9AFF-76CA-0229-394EEE06BA6D}"/>
              </a:ext>
            </a:extLst>
          </p:cNvPr>
          <p:cNvCxnSpPr>
            <a:cxnSpLocks/>
            <a:stCxn id="2" idx="3"/>
            <a:endCxn id="49" idx="2"/>
          </p:cNvCxnSpPr>
          <p:nvPr/>
        </p:nvCxnSpPr>
        <p:spPr>
          <a:xfrm>
            <a:off x="8982255" y="2703267"/>
            <a:ext cx="615253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93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C642-861E-21E0-1B73-E19AF721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Conector recto de flecha 324">
            <a:extLst>
              <a:ext uri="{FF2B5EF4-FFF2-40B4-BE49-F238E27FC236}">
                <a16:creationId xmlns:a16="http://schemas.microsoft.com/office/drawing/2014/main" id="{C15DE9AC-988D-C16E-0070-77420F6D1CAC}"/>
              </a:ext>
            </a:extLst>
          </p:cNvPr>
          <p:cNvCxnSpPr>
            <a:cxnSpLocks/>
          </p:cNvCxnSpPr>
          <p:nvPr/>
        </p:nvCxnSpPr>
        <p:spPr>
          <a:xfrm flipH="1">
            <a:off x="8795984" y="1448202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onector recto de flecha 322">
            <a:extLst>
              <a:ext uri="{FF2B5EF4-FFF2-40B4-BE49-F238E27FC236}">
                <a16:creationId xmlns:a16="http://schemas.microsoft.com/office/drawing/2014/main" id="{C58C6B82-441E-25C4-32AA-661BE45B38C0}"/>
              </a:ext>
            </a:extLst>
          </p:cNvPr>
          <p:cNvCxnSpPr>
            <a:cxnSpLocks/>
          </p:cNvCxnSpPr>
          <p:nvPr/>
        </p:nvCxnSpPr>
        <p:spPr>
          <a:xfrm flipH="1">
            <a:off x="7016232" y="1447014"/>
            <a:ext cx="452" cy="639110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Grupo 295">
            <a:extLst>
              <a:ext uri="{FF2B5EF4-FFF2-40B4-BE49-F238E27FC236}">
                <a16:creationId xmlns:a16="http://schemas.microsoft.com/office/drawing/2014/main" id="{5CDF8C46-2E25-6F33-100A-737D86656BE1}"/>
              </a:ext>
            </a:extLst>
          </p:cNvPr>
          <p:cNvGrpSpPr/>
          <p:nvPr/>
        </p:nvGrpSpPr>
        <p:grpSpPr>
          <a:xfrm>
            <a:off x="8219939" y="2298088"/>
            <a:ext cx="360000" cy="823300"/>
            <a:chOff x="6825783" y="2404947"/>
            <a:chExt cx="721944" cy="823300"/>
          </a:xfrm>
        </p:grpSpPr>
        <p:cxnSp>
          <p:nvCxnSpPr>
            <p:cNvPr id="297" name="Conector recto de flecha 296">
              <a:extLst>
                <a:ext uri="{FF2B5EF4-FFF2-40B4-BE49-F238E27FC236}">
                  <a16:creationId xmlns:a16="http://schemas.microsoft.com/office/drawing/2014/main" id="{19973410-1CE7-953F-CA13-3C17CF18A1D2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ector recto de flecha 297">
              <a:extLst>
                <a:ext uri="{FF2B5EF4-FFF2-40B4-BE49-F238E27FC236}">
                  <a16:creationId xmlns:a16="http://schemas.microsoft.com/office/drawing/2014/main" id="{10242BCA-ADAD-5005-0630-B84C62E7846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03FC3AC1-8A0E-35FC-1EA6-2AEBFEFD70A5}"/>
              </a:ext>
            </a:extLst>
          </p:cNvPr>
          <p:cNvCxnSpPr>
            <a:cxnSpLocks/>
          </p:cNvCxnSpPr>
          <p:nvPr/>
        </p:nvCxnSpPr>
        <p:spPr>
          <a:xfrm>
            <a:off x="2508012" y="145565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5459309A-F0C6-4DB7-711B-3C72C0280473}"/>
              </a:ext>
            </a:extLst>
          </p:cNvPr>
          <p:cNvCxnSpPr>
            <a:cxnSpLocks/>
          </p:cNvCxnSpPr>
          <p:nvPr/>
        </p:nvCxnSpPr>
        <p:spPr>
          <a:xfrm>
            <a:off x="4299652" y="1460644"/>
            <a:ext cx="0" cy="630705"/>
          </a:xfrm>
          <a:prstGeom prst="straightConnector1">
            <a:avLst/>
          </a:prstGeom>
          <a:ln w="1270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CDF5062-6769-2964-D7D3-681AF9949CE4}"/>
              </a:ext>
            </a:extLst>
          </p:cNvPr>
          <p:cNvSpPr>
            <a:spLocks noChangeAspect="1"/>
          </p:cNvSpPr>
          <p:nvPr/>
        </p:nvSpPr>
        <p:spPr>
          <a:xfrm>
            <a:off x="2277967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B816045-17FA-43F6-9957-3F00E37DE0D7}"/>
              </a:ext>
            </a:extLst>
          </p:cNvPr>
          <p:cNvSpPr>
            <a:spLocks noChangeAspect="1"/>
          </p:cNvSpPr>
          <p:nvPr/>
        </p:nvSpPr>
        <p:spPr>
          <a:xfrm>
            <a:off x="2277967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12C2473C-34DD-BAA5-1CBD-09A98DBAF61A}"/>
              </a:ext>
            </a:extLst>
          </p:cNvPr>
          <p:cNvSpPr>
            <a:spLocks noChangeAspect="1"/>
          </p:cNvSpPr>
          <p:nvPr/>
        </p:nvSpPr>
        <p:spPr>
          <a:xfrm>
            <a:off x="5844000" y="4354853"/>
            <a:ext cx="504000" cy="5040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sz="1700" baseline="-25000" dirty="0" err="1">
                <a:latin typeface="Palatino Linotype" panose="02040502050505030304" pitchFamily="18" charset="0"/>
              </a:rPr>
              <a:t>t</a:t>
            </a:r>
            <a:endParaRPr lang="en-GB" sz="1700" baseline="-25000" dirty="0">
              <a:latin typeface="Palatino Linotype" panose="02040502050505030304" pitchFamily="18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11A31A67-CE0C-A3EF-D2A3-1EE69F95638A}"/>
              </a:ext>
            </a:extLst>
          </p:cNvPr>
          <p:cNvSpPr>
            <a:spLocks noChangeAspect="1"/>
          </p:cNvSpPr>
          <p:nvPr/>
        </p:nvSpPr>
        <p:spPr>
          <a:xfrm>
            <a:off x="4078999" y="159131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t-364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DFF31C5A-83F9-B29F-0296-F180F7A9073E}"/>
              </a:ext>
            </a:extLst>
          </p:cNvPr>
          <p:cNvSpPr>
            <a:spLocks noChangeAspect="1"/>
          </p:cNvSpPr>
          <p:nvPr/>
        </p:nvSpPr>
        <p:spPr>
          <a:xfrm>
            <a:off x="4078999" y="116027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D0FAB467-91F4-25D9-9424-5D6EBD18D8E4}"/>
              </a:ext>
            </a:extLst>
          </p:cNvPr>
          <p:cNvSpPr>
            <a:spLocks noChangeAspect="1"/>
          </p:cNvSpPr>
          <p:nvPr/>
        </p:nvSpPr>
        <p:spPr>
          <a:xfrm>
            <a:off x="6777095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40E88675-8E89-4377-F9BA-E056E8D20DA8}"/>
              </a:ext>
            </a:extLst>
          </p:cNvPr>
          <p:cNvSpPr>
            <a:spLocks noChangeAspect="1"/>
          </p:cNvSpPr>
          <p:nvPr/>
        </p:nvSpPr>
        <p:spPr>
          <a:xfrm>
            <a:off x="6777095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0F318564-8128-9371-5D92-D142EFDA631A}"/>
              </a:ext>
            </a:extLst>
          </p:cNvPr>
          <p:cNvSpPr>
            <a:spLocks noChangeAspect="1"/>
          </p:cNvSpPr>
          <p:nvPr/>
        </p:nvSpPr>
        <p:spPr>
          <a:xfrm>
            <a:off x="8569055" y="159493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5B5E8591-82C3-9E7F-96AB-28BA5640914A}"/>
              </a:ext>
            </a:extLst>
          </p:cNvPr>
          <p:cNvSpPr>
            <a:spLocks noChangeAspect="1"/>
          </p:cNvSpPr>
          <p:nvPr/>
        </p:nvSpPr>
        <p:spPr>
          <a:xfrm>
            <a:off x="8578482" y="116389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C2A3F134-2AFD-93E1-240F-745F68E10FDC}"/>
              </a:ext>
            </a:extLst>
          </p:cNvPr>
          <p:cNvGrpSpPr/>
          <p:nvPr/>
        </p:nvGrpSpPr>
        <p:grpSpPr>
          <a:xfrm>
            <a:off x="5929978" y="2703354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7E04E1DD-0D57-0F4E-D2D1-4DC573EDFE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21F812F9-DA98-9148-26BB-91A1327641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C1562D19-7528-971D-EDD6-9B8980C375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CBB7618E-F63C-28B2-3F59-D69D7D3346EF}"/>
              </a:ext>
            </a:extLst>
          </p:cNvPr>
          <p:cNvGrpSpPr/>
          <p:nvPr/>
        </p:nvGrpSpPr>
        <p:grpSpPr>
          <a:xfrm>
            <a:off x="5929978" y="1706206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2F52D58B-07E2-5FD4-E49E-E0D0F3A0F1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32DBE6A3-81D7-203B-E30E-64120517BF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9F385C69-7190-6175-E36F-DD817F40D8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4038C672-985A-34C5-8140-03A35E04D894}"/>
              </a:ext>
            </a:extLst>
          </p:cNvPr>
          <p:cNvGrpSpPr/>
          <p:nvPr/>
        </p:nvGrpSpPr>
        <p:grpSpPr>
          <a:xfrm>
            <a:off x="5929978" y="1275169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2B312BC1-AC6E-1974-FE7E-80C3BD8C46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8936614A-F78A-A181-4A3D-B424DFAB1B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3145A827-85D6-36A5-79E9-33A84EFD2B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" name="Grupo 235">
            <a:extLst>
              <a:ext uri="{FF2B5EF4-FFF2-40B4-BE49-F238E27FC236}">
                <a16:creationId xmlns:a16="http://schemas.microsoft.com/office/drawing/2014/main" id="{1737D106-0602-1FB8-95F0-55BB13486B3F}"/>
              </a:ext>
            </a:extLst>
          </p:cNvPr>
          <p:cNvGrpSpPr/>
          <p:nvPr/>
        </p:nvGrpSpPr>
        <p:grpSpPr>
          <a:xfrm>
            <a:off x="6426968" y="2291250"/>
            <a:ext cx="360000" cy="823300"/>
            <a:chOff x="6825783" y="2404947"/>
            <a:chExt cx="721944" cy="823300"/>
          </a:xfrm>
        </p:grpSpPr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72DE509C-5BA5-BDDF-21B3-8A534F75C9C6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0E0BF50B-9754-3811-4AFB-7EA1F23B9B44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upo 211">
            <a:extLst>
              <a:ext uri="{FF2B5EF4-FFF2-40B4-BE49-F238E27FC236}">
                <a16:creationId xmlns:a16="http://schemas.microsoft.com/office/drawing/2014/main" id="{204EAF94-7ADF-06E3-1B45-89D4D97BC565}"/>
              </a:ext>
            </a:extLst>
          </p:cNvPr>
          <p:cNvGrpSpPr/>
          <p:nvPr/>
        </p:nvGrpSpPr>
        <p:grpSpPr>
          <a:xfrm>
            <a:off x="4077510" y="2080101"/>
            <a:ext cx="1440000" cy="1236685"/>
            <a:chOff x="3929140" y="2907883"/>
            <a:chExt cx="1440000" cy="1236685"/>
          </a:xfrm>
        </p:grpSpPr>
        <p:sp>
          <p:nvSpPr>
            <p:cNvPr id="213" name="Rectángulo: esquinas redondeadas 212">
              <a:extLst>
                <a:ext uri="{FF2B5EF4-FFF2-40B4-BE49-F238E27FC236}">
                  <a16:creationId xmlns:a16="http://schemas.microsoft.com/office/drawing/2014/main" id="{BA97CC0A-1D35-F61C-8FE6-F16F2260387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cxnSp>
          <p:nvCxnSpPr>
            <p:cNvPr id="214" name="Conector recto de flecha 213">
              <a:extLst>
                <a:ext uri="{FF2B5EF4-FFF2-40B4-BE49-F238E27FC236}">
                  <a16:creationId xmlns:a16="http://schemas.microsoft.com/office/drawing/2014/main" id="{A9369D6E-E46C-803A-41D6-55B98EE155FE}"/>
                </a:ext>
              </a:extLst>
            </p:cNvPr>
            <p:cNvCxnSpPr>
              <a:cxnSpLocks/>
              <a:endCxn id="21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ector: angular 214">
              <a:extLst>
                <a:ext uri="{FF2B5EF4-FFF2-40B4-BE49-F238E27FC236}">
                  <a16:creationId xmlns:a16="http://schemas.microsoft.com/office/drawing/2014/main" id="{1C68202F-FB14-AD62-D7EA-CDE8761466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3E0474F2-E540-D0D0-88C8-AB4C24E581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7" name="Elipse 216">
              <a:extLst>
                <a:ext uri="{FF2B5EF4-FFF2-40B4-BE49-F238E27FC236}">
                  <a16:creationId xmlns:a16="http://schemas.microsoft.com/office/drawing/2014/main" id="{13D39AC2-41CC-378D-9D05-52D614D5CC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sp>
          <p:nvSpPr>
            <p:cNvPr id="218" name="Elipse 217">
              <a:extLst>
                <a:ext uri="{FF2B5EF4-FFF2-40B4-BE49-F238E27FC236}">
                  <a16:creationId xmlns:a16="http://schemas.microsoft.com/office/drawing/2014/main" id="{C610629B-4F92-9CBE-4945-92B37391DE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solidFill>
                    <a:schemeClr val="tx1"/>
                  </a:solidFill>
                </a:rPr>
                <a:t>+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19" name="Elipse 218">
              <a:extLst>
                <a:ext uri="{FF2B5EF4-FFF2-40B4-BE49-F238E27FC236}">
                  <a16:creationId xmlns:a16="http://schemas.microsoft.com/office/drawing/2014/main" id="{803E853B-1846-09FE-2C73-7D3BFFE742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600" dirty="0">
                  <a:solidFill>
                    <a:schemeClr val="tx1"/>
                  </a:solidFill>
                </a:rPr>
                <a:t>X</a:t>
              </a:r>
              <a:endParaRPr lang="en-GB" sz="600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Conector recto de flecha 219">
              <a:extLst>
                <a:ext uri="{FF2B5EF4-FFF2-40B4-BE49-F238E27FC236}">
                  <a16:creationId xmlns:a16="http://schemas.microsoft.com/office/drawing/2014/main" id="{1CD1BC36-8CFF-BA03-BCC5-21F62A00BD4A}"/>
                </a:ext>
              </a:extLst>
            </p:cNvPr>
            <p:cNvCxnSpPr>
              <a:cxnSpLocks/>
              <a:stCxn id="216" idx="6"/>
              <a:endCxn id="21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: angular 220">
              <a:extLst>
                <a:ext uri="{FF2B5EF4-FFF2-40B4-BE49-F238E27FC236}">
                  <a16:creationId xmlns:a16="http://schemas.microsoft.com/office/drawing/2014/main" id="{5647E1D9-CEF8-025C-DE12-7815E62675CC}"/>
                </a:ext>
              </a:extLst>
            </p:cNvPr>
            <p:cNvCxnSpPr>
              <a:cxnSpLocks/>
              <a:endCxn id="21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ector: angular 221">
              <a:extLst>
                <a:ext uri="{FF2B5EF4-FFF2-40B4-BE49-F238E27FC236}">
                  <a16:creationId xmlns:a16="http://schemas.microsoft.com/office/drawing/2014/main" id="{4F4454E1-3F20-3909-B779-2F53494FCB5C}"/>
                </a:ext>
              </a:extLst>
            </p:cNvPr>
            <p:cNvCxnSpPr>
              <a:cxnSpLocks/>
              <a:stCxn id="227" idx="3"/>
              <a:endCxn id="21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87F88597-9A1A-2F90-51F9-93B16C02C6EE}"/>
                </a:ext>
              </a:extLst>
            </p:cNvPr>
            <p:cNvCxnSpPr>
              <a:cxnSpLocks/>
              <a:stCxn id="217" idx="0"/>
              <a:endCxn id="21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0F4B1344-CB5B-0B09-B8C1-2A578DE799F5}"/>
                </a:ext>
              </a:extLst>
            </p:cNvPr>
            <p:cNvCxnSpPr>
              <a:cxnSpLocks/>
              <a:stCxn id="21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ector: angular 224">
              <a:extLst>
                <a:ext uri="{FF2B5EF4-FFF2-40B4-BE49-F238E27FC236}">
                  <a16:creationId xmlns:a16="http://schemas.microsoft.com/office/drawing/2014/main" id="{04E0F2D0-F9C3-E5E5-4B97-7DA5615921A3}"/>
                </a:ext>
              </a:extLst>
            </p:cNvPr>
            <p:cNvCxnSpPr>
              <a:cxnSpLocks/>
              <a:stCxn id="218" idx="6"/>
              <a:endCxn id="21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ector: angular 225">
              <a:extLst>
                <a:ext uri="{FF2B5EF4-FFF2-40B4-BE49-F238E27FC236}">
                  <a16:creationId xmlns:a16="http://schemas.microsoft.com/office/drawing/2014/main" id="{72DCD827-918F-B839-77DB-291533C502C2}"/>
                </a:ext>
              </a:extLst>
            </p:cNvPr>
            <p:cNvCxnSpPr>
              <a:cxnSpLocks/>
              <a:stCxn id="21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ángulo 226">
              <a:extLst>
                <a:ext uri="{FF2B5EF4-FFF2-40B4-BE49-F238E27FC236}">
                  <a16:creationId xmlns:a16="http://schemas.microsoft.com/office/drawing/2014/main" id="{EFC74E7B-3556-1222-CE7C-4B75EFA92E0A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28" name="Rectángulo 227">
              <a:extLst>
                <a:ext uri="{FF2B5EF4-FFF2-40B4-BE49-F238E27FC236}">
                  <a16:creationId xmlns:a16="http://schemas.microsoft.com/office/drawing/2014/main" id="{66E3ECB5-FF6E-AA96-6550-1A0D28D16934}"/>
                </a:ext>
              </a:extLst>
            </p:cNvPr>
            <p:cNvSpPr/>
            <p:nvPr/>
          </p:nvSpPr>
          <p:spPr>
            <a:xfrm>
              <a:off x="4614481" y="3647101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29" name="Rectángulo 228">
              <a:extLst>
                <a:ext uri="{FF2B5EF4-FFF2-40B4-BE49-F238E27FC236}">
                  <a16:creationId xmlns:a16="http://schemas.microsoft.com/office/drawing/2014/main" id="{02F85F04-42B4-5646-5D55-38EECFFD8BFD}"/>
                </a:ext>
              </a:extLst>
            </p:cNvPr>
            <p:cNvSpPr/>
            <p:nvPr/>
          </p:nvSpPr>
          <p:spPr>
            <a:xfrm>
              <a:off x="4923945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0" name="Rectángulo 229">
              <a:extLst>
                <a:ext uri="{FF2B5EF4-FFF2-40B4-BE49-F238E27FC236}">
                  <a16:creationId xmlns:a16="http://schemas.microsoft.com/office/drawing/2014/main" id="{45804E40-0AB7-BBAF-67D1-5B95481CEBD1}"/>
                </a:ext>
              </a:extLst>
            </p:cNvPr>
            <p:cNvSpPr/>
            <p:nvPr/>
          </p:nvSpPr>
          <p:spPr>
            <a:xfrm>
              <a:off x="4826163" y="3228188"/>
              <a:ext cx="280526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tanh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32" name="Conector: angular 231">
              <a:extLst>
                <a:ext uri="{FF2B5EF4-FFF2-40B4-BE49-F238E27FC236}">
                  <a16:creationId xmlns:a16="http://schemas.microsoft.com/office/drawing/2014/main" id="{06616357-BEB8-D757-C2D8-69AC2E191051}"/>
                </a:ext>
              </a:extLst>
            </p:cNvPr>
            <p:cNvCxnSpPr>
              <a:cxnSpLocks/>
              <a:endCxn id="22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ector: angular 232">
              <a:extLst>
                <a:ext uri="{FF2B5EF4-FFF2-40B4-BE49-F238E27FC236}">
                  <a16:creationId xmlns:a16="http://schemas.microsoft.com/office/drawing/2014/main" id="{4ADF6E45-112A-516D-E514-8A858287823C}"/>
                </a:ext>
              </a:extLst>
            </p:cNvPr>
            <p:cNvCxnSpPr>
              <a:cxnSpLocks/>
              <a:endCxn id="21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tx1"/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Rectángulo 233">
              <a:extLst>
                <a:ext uri="{FF2B5EF4-FFF2-40B4-BE49-F238E27FC236}">
                  <a16:creationId xmlns:a16="http://schemas.microsoft.com/office/drawing/2014/main" id="{73471573-B76C-8180-6BA0-6E150E32B445}"/>
                </a:ext>
              </a:extLst>
            </p:cNvPr>
            <p:cNvSpPr/>
            <p:nvPr/>
          </p:nvSpPr>
          <p:spPr>
            <a:xfrm>
              <a:off x="4505086" y="3647100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35" name="Rectángulo 234">
              <a:extLst>
                <a:ext uri="{FF2B5EF4-FFF2-40B4-BE49-F238E27FC236}">
                  <a16:creationId xmlns:a16="http://schemas.microsoft.com/office/drawing/2014/main" id="{12DF57A7-7C3F-A704-94A2-EC95A658CAC2}"/>
                </a:ext>
              </a:extLst>
            </p:cNvPr>
            <p:cNvSpPr/>
            <p:nvPr/>
          </p:nvSpPr>
          <p:spPr>
            <a:xfrm>
              <a:off x="4302441" y="3639406"/>
              <a:ext cx="849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100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σ</a:t>
              </a:r>
              <a:endParaRPr lang="en-GB" sz="11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1" name="Grupo 240">
            <a:extLst>
              <a:ext uri="{FF2B5EF4-FFF2-40B4-BE49-F238E27FC236}">
                <a16:creationId xmlns:a16="http://schemas.microsoft.com/office/drawing/2014/main" id="{54E342DF-9FF0-F7B8-105F-8EF1DF47EAAC}"/>
              </a:ext>
            </a:extLst>
          </p:cNvPr>
          <p:cNvGrpSpPr/>
          <p:nvPr/>
        </p:nvGrpSpPr>
        <p:grpSpPr>
          <a:xfrm>
            <a:off x="2279991" y="2077719"/>
            <a:ext cx="1440000" cy="1236685"/>
            <a:chOff x="3929140" y="2907883"/>
            <a:chExt cx="1440000" cy="1236685"/>
          </a:xfrm>
        </p:grpSpPr>
        <p:sp>
          <p:nvSpPr>
            <p:cNvPr id="242" name="Rectángulo: esquinas redondeadas 241">
              <a:extLst>
                <a:ext uri="{FF2B5EF4-FFF2-40B4-BE49-F238E27FC236}">
                  <a16:creationId xmlns:a16="http://schemas.microsoft.com/office/drawing/2014/main" id="{EDC711D6-6C69-737F-FBB9-23936ED7073A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43" name="Conector recto de flecha 242">
              <a:extLst>
                <a:ext uri="{FF2B5EF4-FFF2-40B4-BE49-F238E27FC236}">
                  <a16:creationId xmlns:a16="http://schemas.microsoft.com/office/drawing/2014/main" id="{96556E5B-B4B2-18F1-30A5-42E66E8EB961}"/>
                </a:ext>
              </a:extLst>
            </p:cNvPr>
            <p:cNvCxnSpPr>
              <a:cxnSpLocks/>
              <a:endCxn id="245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ctor: angular 243">
              <a:extLst>
                <a:ext uri="{FF2B5EF4-FFF2-40B4-BE49-F238E27FC236}">
                  <a16:creationId xmlns:a16="http://schemas.microsoft.com/office/drawing/2014/main" id="{3333F3F7-4079-54ED-B007-56DE2B370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Elipse 244">
              <a:extLst>
                <a:ext uri="{FF2B5EF4-FFF2-40B4-BE49-F238E27FC236}">
                  <a16:creationId xmlns:a16="http://schemas.microsoft.com/office/drawing/2014/main" id="{189D4B84-FEB0-5838-6293-906F38CEBD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6" name="Elipse 245">
              <a:extLst>
                <a:ext uri="{FF2B5EF4-FFF2-40B4-BE49-F238E27FC236}">
                  <a16:creationId xmlns:a16="http://schemas.microsoft.com/office/drawing/2014/main" id="{C1C3ECBB-D695-6C7F-ED63-91DB7905D1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7" name="Elipse 246">
              <a:extLst>
                <a:ext uri="{FF2B5EF4-FFF2-40B4-BE49-F238E27FC236}">
                  <a16:creationId xmlns:a16="http://schemas.microsoft.com/office/drawing/2014/main" id="{B71C8567-C596-4519-19E3-317DB9CE10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48" name="Elipse 247">
              <a:extLst>
                <a:ext uri="{FF2B5EF4-FFF2-40B4-BE49-F238E27FC236}">
                  <a16:creationId xmlns:a16="http://schemas.microsoft.com/office/drawing/2014/main" id="{2519573F-0C57-4566-DBB2-E740DF7C1C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49" name="Conector recto de flecha 248">
              <a:extLst>
                <a:ext uri="{FF2B5EF4-FFF2-40B4-BE49-F238E27FC236}">
                  <a16:creationId xmlns:a16="http://schemas.microsoft.com/office/drawing/2014/main" id="{33EF0E0F-FA7F-8571-5AB7-11D335DD0973}"/>
                </a:ext>
              </a:extLst>
            </p:cNvPr>
            <p:cNvCxnSpPr>
              <a:cxnSpLocks/>
              <a:stCxn id="245" idx="6"/>
              <a:endCxn id="247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ector: angular 249">
              <a:extLst>
                <a:ext uri="{FF2B5EF4-FFF2-40B4-BE49-F238E27FC236}">
                  <a16:creationId xmlns:a16="http://schemas.microsoft.com/office/drawing/2014/main" id="{E33BB64D-F256-2F78-3D05-8A0F1383D2F2}"/>
                </a:ext>
              </a:extLst>
            </p:cNvPr>
            <p:cNvCxnSpPr>
              <a:cxnSpLocks/>
              <a:endCxn id="246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ector: angular 250">
              <a:extLst>
                <a:ext uri="{FF2B5EF4-FFF2-40B4-BE49-F238E27FC236}">
                  <a16:creationId xmlns:a16="http://schemas.microsoft.com/office/drawing/2014/main" id="{78AA4EA7-3557-1537-67CF-3F723E1F0F99}"/>
                </a:ext>
              </a:extLst>
            </p:cNvPr>
            <p:cNvCxnSpPr>
              <a:cxnSpLocks/>
              <a:stCxn id="256" idx="3"/>
              <a:endCxn id="245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ector recto de flecha 251">
              <a:extLst>
                <a:ext uri="{FF2B5EF4-FFF2-40B4-BE49-F238E27FC236}">
                  <a16:creationId xmlns:a16="http://schemas.microsoft.com/office/drawing/2014/main" id="{2A834E19-0931-EDC7-7647-DABFB468029D}"/>
                </a:ext>
              </a:extLst>
            </p:cNvPr>
            <p:cNvCxnSpPr>
              <a:cxnSpLocks/>
              <a:stCxn id="246" idx="0"/>
              <a:endCxn id="247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ector recto de flecha 252">
              <a:extLst>
                <a:ext uri="{FF2B5EF4-FFF2-40B4-BE49-F238E27FC236}">
                  <a16:creationId xmlns:a16="http://schemas.microsoft.com/office/drawing/2014/main" id="{F1624B2F-9B8D-413D-9359-145A60034964}"/>
                </a:ext>
              </a:extLst>
            </p:cNvPr>
            <p:cNvCxnSpPr>
              <a:cxnSpLocks/>
              <a:stCxn id="247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ector: angular 253">
              <a:extLst>
                <a:ext uri="{FF2B5EF4-FFF2-40B4-BE49-F238E27FC236}">
                  <a16:creationId xmlns:a16="http://schemas.microsoft.com/office/drawing/2014/main" id="{2431CD11-F210-BFF2-D3A3-8B9CD6C90715}"/>
                </a:ext>
              </a:extLst>
            </p:cNvPr>
            <p:cNvCxnSpPr>
              <a:cxnSpLocks/>
              <a:stCxn id="247" idx="6"/>
              <a:endCxn id="248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ector: angular 254">
              <a:extLst>
                <a:ext uri="{FF2B5EF4-FFF2-40B4-BE49-F238E27FC236}">
                  <a16:creationId xmlns:a16="http://schemas.microsoft.com/office/drawing/2014/main" id="{4091607C-D698-3995-99B4-7C740FC5F7A5}"/>
                </a:ext>
              </a:extLst>
            </p:cNvPr>
            <p:cNvCxnSpPr>
              <a:cxnSpLocks/>
              <a:stCxn id="248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ángulo 255">
              <a:extLst>
                <a:ext uri="{FF2B5EF4-FFF2-40B4-BE49-F238E27FC236}">
                  <a16:creationId xmlns:a16="http://schemas.microsoft.com/office/drawing/2014/main" id="{3FBE4063-9C83-A20D-93A5-573BB2C93F86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4DDE4469-CDF7-67C2-7D00-C5CB6C1B488E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5CECA1F1-A37B-9233-07EE-412E6AEE7E27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9AD00202-2EB2-E10A-7835-8A52A65FAFB5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61" name="Conector: angular 260">
              <a:extLst>
                <a:ext uri="{FF2B5EF4-FFF2-40B4-BE49-F238E27FC236}">
                  <a16:creationId xmlns:a16="http://schemas.microsoft.com/office/drawing/2014/main" id="{586A827F-591F-BCCE-4433-2E5D0B226EC1}"/>
                </a:ext>
              </a:extLst>
            </p:cNvPr>
            <p:cNvCxnSpPr>
              <a:cxnSpLocks/>
              <a:endCxn id="256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ector: angular 261">
              <a:extLst>
                <a:ext uri="{FF2B5EF4-FFF2-40B4-BE49-F238E27FC236}">
                  <a16:creationId xmlns:a16="http://schemas.microsoft.com/office/drawing/2014/main" id="{77CBB7B6-BBC1-EACA-E177-FE44151D592B}"/>
                </a:ext>
              </a:extLst>
            </p:cNvPr>
            <p:cNvCxnSpPr>
              <a:cxnSpLocks/>
              <a:endCxn id="246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Rectángulo 262">
              <a:extLst>
                <a:ext uri="{FF2B5EF4-FFF2-40B4-BE49-F238E27FC236}">
                  <a16:creationId xmlns:a16="http://schemas.microsoft.com/office/drawing/2014/main" id="{2DADCADF-A873-BC3F-4238-8B0F904A17F4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64" name="Rectángulo 263">
              <a:extLst>
                <a:ext uri="{FF2B5EF4-FFF2-40B4-BE49-F238E27FC236}">
                  <a16:creationId xmlns:a16="http://schemas.microsoft.com/office/drawing/2014/main" id="{797EDFCF-A265-1A1C-A88D-D483C34FC33C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66" name="Grupo 265">
            <a:extLst>
              <a:ext uri="{FF2B5EF4-FFF2-40B4-BE49-F238E27FC236}">
                <a16:creationId xmlns:a16="http://schemas.microsoft.com/office/drawing/2014/main" id="{8D495E58-2C14-91BC-84E8-0289BD6B525E}"/>
              </a:ext>
            </a:extLst>
          </p:cNvPr>
          <p:cNvGrpSpPr/>
          <p:nvPr/>
        </p:nvGrpSpPr>
        <p:grpSpPr>
          <a:xfrm>
            <a:off x="5509472" y="2289128"/>
            <a:ext cx="360000" cy="823300"/>
            <a:chOff x="6825783" y="2404947"/>
            <a:chExt cx="721944" cy="823300"/>
          </a:xfrm>
        </p:grpSpPr>
        <p:cxnSp>
          <p:nvCxnSpPr>
            <p:cNvPr id="267" name="Conector recto de flecha 266">
              <a:extLst>
                <a:ext uri="{FF2B5EF4-FFF2-40B4-BE49-F238E27FC236}">
                  <a16:creationId xmlns:a16="http://schemas.microsoft.com/office/drawing/2014/main" id="{2CE79524-A91F-EE58-586A-BF0DD4CA4FB9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ector recto de flecha 267">
              <a:extLst>
                <a:ext uri="{FF2B5EF4-FFF2-40B4-BE49-F238E27FC236}">
                  <a16:creationId xmlns:a16="http://schemas.microsoft.com/office/drawing/2014/main" id="{4C5719BA-9323-8AA1-3765-1685076C9835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4D5D6E45-434D-08EE-C441-E56739642CA5}"/>
              </a:ext>
            </a:extLst>
          </p:cNvPr>
          <p:cNvGrpSpPr/>
          <p:nvPr/>
        </p:nvGrpSpPr>
        <p:grpSpPr>
          <a:xfrm>
            <a:off x="3725511" y="2287003"/>
            <a:ext cx="360000" cy="823300"/>
            <a:chOff x="6825783" y="2404947"/>
            <a:chExt cx="721944" cy="823300"/>
          </a:xfrm>
        </p:grpSpPr>
        <p:cxnSp>
          <p:nvCxnSpPr>
            <p:cNvPr id="270" name="Conector recto de flecha 269">
              <a:extLst>
                <a:ext uri="{FF2B5EF4-FFF2-40B4-BE49-F238E27FC236}">
                  <a16:creationId xmlns:a16="http://schemas.microsoft.com/office/drawing/2014/main" id="{BA34E232-AEE8-AD57-0B43-491763EB2C87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24049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ector recto de flecha 270">
              <a:extLst>
                <a:ext uri="{FF2B5EF4-FFF2-40B4-BE49-F238E27FC236}">
                  <a16:creationId xmlns:a16="http://schemas.microsoft.com/office/drawing/2014/main" id="{4327856F-38B7-1B2B-772F-E1E8BF61356F}"/>
                </a:ext>
              </a:extLst>
            </p:cNvPr>
            <p:cNvCxnSpPr>
              <a:cxnSpLocks/>
            </p:cNvCxnSpPr>
            <p:nvPr/>
          </p:nvCxnSpPr>
          <p:spPr>
            <a:xfrm>
              <a:off x="6825783" y="3228247"/>
              <a:ext cx="7219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upo 271">
            <a:extLst>
              <a:ext uri="{FF2B5EF4-FFF2-40B4-BE49-F238E27FC236}">
                <a16:creationId xmlns:a16="http://schemas.microsoft.com/office/drawing/2014/main" id="{0247319C-5C4C-003A-686E-ED9B8679F2B0}"/>
              </a:ext>
            </a:extLst>
          </p:cNvPr>
          <p:cNvGrpSpPr/>
          <p:nvPr/>
        </p:nvGrpSpPr>
        <p:grpSpPr>
          <a:xfrm>
            <a:off x="6793840" y="2089102"/>
            <a:ext cx="1440000" cy="1236685"/>
            <a:chOff x="3929140" y="2907883"/>
            <a:chExt cx="1440000" cy="1236685"/>
          </a:xfrm>
        </p:grpSpPr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F2E4F27E-A9B8-1BB9-F743-0592D64A5202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4" name="Conector recto de flecha 273">
              <a:extLst>
                <a:ext uri="{FF2B5EF4-FFF2-40B4-BE49-F238E27FC236}">
                  <a16:creationId xmlns:a16="http://schemas.microsoft.com/office/drawing/2014/main" id="{9E566130-EF5B-C710-9A89-80A8611CBD33}"/>
                </a:ext>
              </a:extLst>
            </p:cNvPr>
            <p:cNvCxnSpPr>
              <a:cxnSpLocks/>
              <a:endCxn id="276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ector: angular 274">
              <a:extLst>
                <a:ext uri="{FF2B5EF4-FFF2-40B4-BE49-F238E27FC236}">
                  <a16:creationId xmlns:a16="http://schemas.microsoft.com/office/drawing/2014/main" id="{5613589F-6F6E-D9B5-FA3B-82AB417C3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Elipse 275">
              <a:extLst>
                <a:ext uri="{FF2B5EF4-FFF2-40B4-BE49-F238E27FC236}">
                  <a16:creationId xmlns:a16="http://schemas.microsoft.com/office/drawing/2014/main" id="{1DF3EA59-55CC-3CE5-0A49-6FB884046F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7" name="Elipse 276">
              <a:extLst>
                <a:ext uri="{FF2B5EF4-FFF2-40B4-BE49-F238E27FC236}">
                  <a16:creationId xmlns:a16="http://schemas.microsoft.com/office/drawing/2014/main" id="{376919AB-1C5C-D627-3AE7-84EBD8A871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8" name="Elipse 277">
              <a:extLst>
                <a:ext uri="{FF2B5EF4-FFF2-40B4-BE49-F238E27FC236}">
                  <a16:creationId xmlns:a16="http://schemas.microsoft.com/office/drawing/2014/main" id="{0772EF95-1FC1-43C7-FF7D-2155F2CDFF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279" name="Elipse 278">
              <a:extLst>
                <a:ext uri="{FF2B5EF4-FFF2-40B4-BE49-F238E27FC236}">
                  <a16:creationId xmlns:a16="http://schemas.microsoft.com/office/drawing/2014/main" id="{42CD5D0B-038F-0244-FC6B-11856040E7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0" name="Conector recto de flecha 279">
              <a:extLst>
                <a:ext uri="{FF2B5EF4-FFF2-40B4-BE49-F238E27FC236}">
                  <a16:creationId xmlns:a16="http://schemas.microsoft.com/office/drawing/2014/main" id="{F83540C9-1F99-070A-0B46-3D302FF0991B}"/>
                </a:ext>
              </a:extLst>
            </p:cNvPr>
            <p:cNvCxnSpPr>
              <a:cxnSpLocks/>
              <a:stCxn id="276" idx="6"/>
              <a:endCxn id="278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ector: angular 280">
              <a:extLst>
                <a:ext uri="{FF2B5EF4-FFF2-40B4-BE49-F238E27FC236}">
                  <a16:creationId xmlns:a16="http://schemas.microsoft.com/office/drawing/2014/main" id="{8ECEAEE5-9507-598E-1E67-947A8E3E938F}"/>
                </a:ext>
              </a:extLst>
            </p:cNvPr>
            <p:cNvCxnSpPr>
              <a:cxnSpLocks/>
              <a:endCxn id="277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ector: angular 281">
              <a:extLst>
                <a:ext uri="{FF2B5EF4-FFF2-40B4-BE49-F238E27FC236}">
                  <a16:creationId xmlns:a16="http://schemas.microsoft.com/office/drawing/2014/main" id="{EC666C7A-FB57-0CF0-BCFD-21B87ECA6196}"/>
                </a:ext>
              </a:extLst>
            </p:cNvPr>
            <p:cNvCxnSpPr>
              <a:cxnSpLocks/>
              <a:stCxn id="287" idx="3"/>
              <a:endCxn id="276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ector recto de flecha 282">
              <a:extLst>
                <a:ext uri="{FF2B5EF4-FFF2-40B4-BE49-F238E27FC236}">
                  <a16:creationId xmlns:a16="http://schemas.microsoft.com/office/drawing/2014/main" id="{DF419348-27D4-9322-AD59-486A33440956}"/>
                </a:ext>
              </a:extLst>
            </p:cNvPr>
            <p:cNvCxnSpPr>
              <a:cxnSpLocks/>
              <a:stCxn id="277" idx="0"/>
              <a:endCxn id="278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ector recto de flecha 283">
              <a:extLst>
                <a:ext uri="{FF2B5EF4-FFF2-40B4-BE49-F238E27FC236}">
                  <a16:creationId xmlns:a16="http://schemas.microsoft.com/office/drawing/2014/main" id="{865B787C-6927-EE0D-40C2-E6F3BFC8133D}"/>
                </a:ext>
              </a:extLst>
            </p:cNvPr>
            <p:cNvCxnSpPr>
              <a:cxnSpLocks/>
              <a:stCxn id="278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ector: angular 284">
              <a:extLst>
                <a:ext uri="{FF2B5EF4-FFF2-40B4-BE49-F238E27FC236}">
                  <a16:creationId xmlns:a16="http://schemas.microsoft.com/office/drawing/2014/main" id="{C97CA5E9-7B13-1C38-136D-18514968012B}"/>
                </a:ext>
              </a:extLst>
            </p:cNvPr>
            <p:cNvCxnSpPr>
              <a:cxnSpLocks/>
              <a:stCxn id="278" idx="6"/>
              <a:endCxn id="279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ector: angular 285">
              <a:extLst>
                <a:ext uri="{FF2B5EF4-FFF2-40B4-BE49-F238E27FC236}">
                  <a16:creationId xmlns:a16="http://schemas.microsoft.com/office/drawing/2014/main" id="{343EEDF0-2F96-8462-3B75-11CC4CCDC6C5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5007568" y="3527425"/>
              <a:ext cx="361572" cy="413429"/>
            </a:xfrm>
            <a:prstGeom prst="bentConnector3">
              <a:avLst>
                <a:gd name="adj1" fmla="val 44648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Rectángulo 286">
              <a:extLst>
                <a:ext uri="{FF2B5EF4-FFF2-40B4-BE49-F238E27FC236}">
                  <a16:creationId xmlns:a16="http://schemas.microsoft.com/office/drawing/2014/main" id="{59C87692-3921-0E85-7407-3E7A3EF94E52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288" name="Rectángulo 287">
              <a:extLst>
                <a:ext uri="{FF2B5EF4-FFF2-40B4-BE49-F238E27FC236}">
                  <a16:creationId xmlns:a16="http://schemas.microsoft.com/office/drawing/2014/main" id="{E1BEF5BA-3581-BE0D-78CD-951985B4BAD2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89" name="Rectángulo 288">
              <a:extLst>
                <a:ext uri="{FF2B5EF4-FFF2-40B4-BE49-F238E27FC236}">
                  <a16:creationId xmlns:a16="http://schemas.microsoft.com/office/drawing/2014/main" id="{41C7D589-C1E4-8303-B88E-32923EB37FCE}"/>
                </a:ext>
              </a:extLst>
            </p:cNvPr>
            <p:cNvSpPr/>
            <p:nvPr/>
          </p:nvSpPr>
          <p:spPr>
            <a:xfrm>
              <a:off x="4927953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0" name="Rectángulo 289">
              <a:extLst>
                <a:ext uri="{FF2B5EF4-FFF2-40B4-BE49-F238E27FC236}">
                  <a16:creationId xmlns:a16="http://schemas.microsoft.com/office/drawing/2014/main" id="{8D5D0E31-65EF-1488-D53A-E8C0B03A81E5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292" name="Conector: angular 291">
              <a:extLst>
                <a:ext uri="{FF2B5EF4-FFF2-40B4-BE49-F238E27FC236}">
                  <a16:creationId xmlns:a16="http://schemas.microsoft.com/office/drawing/2014/main" id="{37778596-DD96-E613-11CA-F658EC23DE67}"/>
                </a:ext>
              </a:extLst>
            </p:cNvPr>
            <p:cNvCxnSpPr>
              <a:cxnSpLocks/>
              <a:endCxn id="287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ector: angular 292">
              <a:extLst>
                <a:ext uri="{FF2B5EF4-FFF2-40B4-BE49-F238E27FC236}">
                  <a16:creationId xmlns:a16="http://schemas.microsoft.com/office/drawing/2014/main" id="{05D9D663-A6F2-F81F-F79B-818D459CA7E3}"/>
                </a:ext>
              </a:extLst>
            </p:cNvPr>
            <p:cNvCxnSpPr>
              <a:cxnSpLocks/>
              <a:endCxn id="277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ángulo 293">
              <a:extLst>
                <a:ext uri="{FF2B5EF4-FFF2-40B4-BE49-F238E27FC236}">
                  <a16:creationId xmlns:a16="http://schemas.microsoft.com/office/drawing/2014/main" id="{7B5426EA-A239-BD5A-3086-F5490CAFD43D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295" name="Rectángulo 294">
              <a:extLst>
                <a:ext uri="{FF2B5EF4-FFF2-40B4-BE49-F238E27FC236}">
                  <a16:creationId xmlns:a16="http://schemas.microsoft.com/office/drawing/2014/main" id="{0E266A6E-7041-0F6B-D6CE-E75FD0CC4D01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99" name="Grupo 298">
            <a:extLst>
              <a:ext uri="{FF2B5EF4-FFF2-40B4-BE49-F238E27FC236}">
                <a16:creationId xmlns:a16="http://schemas.microsoft.com/office/drawing/2014/main" id="{32AD6569-2F5D-B21A-CD99-0F8254319433}"/>
              </a:ext>
            </a:extLst>
          </p:cNvPr>
          <p:cNvGrpSpPr/>
          <p:nvPr/>
        </p:nvGrpSpPr>
        <p:grpSpPr>
          <a:xfrm>
            <a:off x="8577599" y="2089102"/>
            <a:ext cx="1440000" cy="1240838"/>
            <a:chOff x="3929140" y="2907883"/>
            <a:chExt cx="1440000" cy="1240838"/>
          </a:xfrm>
        </p:grpSpPr>
        <p:sp>
          <p:nvSpPr>
            <p:cNvPr id="300" name="Rectángulo: esquinas redondeadas 299">
              <a:extLst>
                <a:ext uri="{FF2B5EF4-FFF2-40B4-BE49-F238E27FC236}">
                  <a16:creationId xmlns:a16="http://schemas.microsoft.com/office/drawing/2014/main" id="{1B68624B-4C01-C590-BF39-F2EDC854D6C8}"/>
                </a:ext>
              </a:extLst>
            </p:cNvPr>
            <p:cNvSpPr/>
            <p:nvPr/>
          </p:nvSpPr>
          <p:spPr>
            <a:xfrm>
              <a:off x="3929140" y="2910282"/>
              <a:ext cx="1440000" cy="1234286"/>
            </a:xfrm>
            <a:prstGeom prst="roundRect">
              <a:avLst>
                <a:gd name="adj" fmla="val 11953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01" name="Conector recto de flecha 300">
              <a:extLst>
                <a:ext uri="{FF2B5EF4-FFF2-40B4-BE49-F238E27FC236}">
                  <a16:creationId xmlns:a16="http://schemas.microsoft.com/office/drawing/2014/main" id="{4F4782E3-5615-222E-C77D-3C06541DA45E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>
              <a:off x="3929140" y="3116434"/>
              <a:ext cx="374637" cy="0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ector: angular 301">
              <a:extLst>
                <a:ext uri="{FF2B5EF4-FFF2-40B4-BE49-F238E27FC236}">
                  <a16:creationId xmlns:a16="http://schemas.microsoft.com/office/drawing/2014/main" id="{69E0C793-60DF-617E-58FC-E46B37FEE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140" y="3568568"/>
              <a:ext cx="1037285" cy="367448"/>
            </a:xfrm>
            <a:prstGeom prst="bentConnector3">
              <a:avLst>
                <a:gd name="adj1" fmla="val 9990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Elipse 302">
              <a:extLst>
                <a:ext uri="{FF2B5EF4-FFF2-40B4-BE49-F238E27FC236}">
                  <a16:creationId xmlns:a16="http://schemas.microsoft.com/office/drawing/2014/main" id="{47B9B945-42E5-3CAC-09F2-7456437497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3777" y="3075291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4" name="Elipse 303">
              <a:extLst>
                <a:ext uri="{FF2B5EF4-FFF2-40B4-BE49-F238E27FC236}">
                  <a16:creationId xmlns:a16="http://schemas.microsoft.com/office/drawing/2014/main" id="{B3F57DC2-ACA9-778D-9A2E-170597A19B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3929" y="3490225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5" name="Elipse 304">
              <a:extLst>
                <a:ext uri="{FF2B5EF4-FFF2-40B4-BE49-F238E27FC236}">
                  <a16:creationId xmlns:a16="http://schemas.microsoft.com/office/drawing/2014/main" id="{899A7DCF-6D8D-E8A7-6F8A-EA8D7C0A12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6931" y="3076568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306" name="Elipse 305">
              <a:extLst>
                <a:ext uri="{FF2B5EF4-FFF2-40B4-BE49-F238E27FC236}">
                  <a16:creationId xmlns:a16="http://schemas.microsoft.com/office/drawing/2014/main" id="{893FE963-6855-1606-17ED-DAFA08DCAA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25283" y="3486282"/>
              <a:ext cx="82286" cy="82286"/>
            </a:xfrm>
            <a:prstGeom prst="ellipse">
              <a:avLst/>
            </a:prstGeom>
            <a:no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07" name="Conector recto de flecha 306">
              <a:extLst>
                <a:ext uri="{FF2B5EF4-FFF2-40B4-BE49-F238E27FC236}">
                  <a16:creationId xmlns:a16="http://schemas.microsoft.com/office/drawing/2014/main" id="{6045C5BA-6C9A-F048-64A5-FBA7FA7EC08C}"/>
                </a:ext>
              </a:extLst>
            </p:cNvPr>
            <p:cNvCxnSpPr>
              <a:cxnSpLocks/>
              <a:stCxn id="303" idx="6"/>
              <a:endCxn id="305" idx="2"/>
            </p:cNvCxnSpPr>
            <p:nvPr/>
          </p:nvCxnSpPr>
          <p:spPr>
            <a:xfrm>
              <a:off x="4386063" y="3116434"/>
              <a:ext cx="330869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ector: angular 307">
              <a:extLst>
                <a:ext uri="{FF2B5EF4-FFF2-40B4-BE49-F238E27FC236}">
                  <a16:creationId xmlns:a16="http://schemas.microsoft.com/office/drawing/2014/main" id="{15A79F0E-99D0-482A-387C-D9A96FEF987E}"/>
                </a:ext>
              </a:extLst>
            </p:cNvPr>
            <p:cNvCxnSpPr>
              <a:cxnSpLocks/>
              <a:endCxn id="304" idx="4"/>
            </p:cNvCxnSpPr>
            <p:nvPr/>
          </p:nvCxnSpPr>
          <p:spPr>
            <a:xfrm flipV="1">
              <a:off x="3929140" y="3572511"/>
              <a:ext cx="825931" cy="363505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ector: angular 308">
              <a:extLst>
                <a:ext uri="{FF2B5EF4-FFF2-40B4-BE49-F238E27FC236}">
                  <a16:creationId xmlns:a16="http://schemas.microsoft.com/office/drawing/2014/main" id="{E9209DA6-D7CA-B5E4-43ED-017BFBA82E57}"/>
                </a:ext>
              </a:extLst>
            </p:cNvPr>
            <p:cNvCxnSpPr>
              <a:cxnSpLocks/>
              <a:stCxn id="314" idx="3"/>
              <a:endCxn id="303" idx="4"/>
            </p:cNvCxnSpPr>
            <p:nvPr/>
          </p:nvCxnSpPr>
          <p:spPr>
            <a:xfrm flipV="1">
              <a:off x="4249700" y="3157577"/>
              <a:ext cx="95220" cy="777350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ector recto de flecha 309">
              <a:extLst>
                <a:ext uri="{FF2B5EF4-FFF2-40B4-BE49-F238E27FC236}">
                  <a16:creationId xmlns:a16="http://schemas.microsoft.com/office/drawing/2014/main" id="{9816425E-B57D-8DAC-2506-5F1918B7E249}"/>
                </a:ext>
              </a:extLst>
            </p:cNvPr>
            <p:cNvCxnSpPr>
              <a:cxnSpLocks/>
              <a:stCxn id="304" idx="0"/>
              <a:endCxn id="305" idx="4"/>
            </p:cNvCxnSpPr>
            <p:nvPr/>
          </p:nvCxnSpPr>
          <p:spPr>
            <a:xfrm flipV="1">
              <a:off x="4755071" y="3158854"/>
              <a:ext cx="3003" cy="331371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ector recto de flecha 310">
              <a:extLst>
                <a:ext uri="{FF2B5EF4-FFF2-40B4-BE49-F238E27FC236}">
                  <a16:creationId xmlns:a16="http://schemas.microsoft.com/office/drawing/2014/main" id="{F1C6B5FB-6C2F-5C87-9555-8CC436BD0658}"/>
                </a:ext>
              </a:extLst>
            </p:cNvPr>
            <p:cNvCxnSpPr>
              <a:cxnSpLocks/>
              <a:stCxn id="305" idx="6"/>
            </p:cNvCxnSpPr>
            <p:nvPr/>
          </p:nvCxnSpPr>
          <p:spPr>
            <a:xfrm flipV="1">
              <a:off x="4799217" y="3116434"/>
              <a:ext cx="569923" cy="1277"/>
            </a:xfrm>
            <a:prstGeom prst="straightConnector1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ector: angular 311">
              <a:extLst>
                <a:ext uri="{FF2B5EF4-FFF2-40B4-BE49-F238E27FC236}">
                  <a16:creationId xmlns:a16="http://schemas.microsoft.com/office/drawing/2014/main" id="{C9C01618-E4BC-8DFB-17D1-05C157B1C98B}"/>
                </a:ext>
              </a:extLst>
            </p:cNvPr>
            <p:cNvCxnSpPr>
              <a:cxnSpLocks/>
              <a:stCxn id="305" idx="6"/>
              <a:endCxn id="306" idx="0"/>
            </p:cNvCxnSpPr>
            <p:nvPr/>
          </p:nvCxnSpPr>
          <p:spPr>
            <a:xfrm>
              <a:off x="4799217" y="3117711"/>
              <a:ext cx="167208" cy="368571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ángulo 313">
              <a:extLst>
                <a:ext uri="{FF2B5EF4-FFF2-40B4-BE49-F238E27FC236}">
                  <a16:creationId xmlns:a16="http://schemas.microsoft.com/office/drawing/2014/main" id="{84CE6407-8854-4B15-DAA7-15443CFBA46C}"/>
                </a:ext>
              </a:extLst>
            </p:cNvPr>
            <p:cNvSpPr/>
            <p:nvPr/>
          </p:nvSpPr>
          <p:spPr>
            <a:xfrm>
              <a:off x="4217640" y="3850288"/>
              <a:ext cx="32060" cy="16927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100" dirty="0">
                  <a:solidFill>
                    <a:schemeClr val="tx1"/>
                  </a:solidFill>
                </a:rPr>
                <a:t> </a:t>
              </a:r>
              <a:endParaRPr lang="en-GB" sz="11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315" name="Rectángulo 314">
              <a:extLst>
                <a:ext uri="{FF2B5EF4-FFF2-40B4-BE49-F238E27FC236}">
                  <a16:creationId xmlns:a16="http://schemas.microsoft.com/office/drawing/2014/main" id="{9146C2E7-E797-7569-3535-6B45AC5ABCCE}"/>
                </a:ext>
              </a:extLst>
            </p:cNvPr>
            <p:cNvSpPr/>
            <p:nvPr/>
          </p:nvSpPr>
          <p:spPr>
            <a:xfrm>
              <a:off x="4626504" y="3654795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16" name="Rectángulo 315">
              <a:extLst>
                <a:ext uri="{FF2B5EF4-FFF2-40B4-BE49-F238E27FC236}">
                  <a16:creationId xmlns:a16="http://schemas.microsoft.com/office/drawing/2014/main" id="{61412C0D-692B-752C-829E-D4FAD48AAA3C}"/>
                </a:ext>
              </a:extLst>
            </p:cNvPr>
            <p:cNvSpPr/>
            <p:nvPr/>
          </p:nvSpPr>
          <p:spPr>
            <a:xfrm>
              <a:off x="4931960" y="3654795"/>
              <a:ext cx="6893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17" name="Rectángulo 316">
              <a:extLst>
                <a:ext uri="{FF2B5EF4-FFF2-40B4-BE49-F238E27FC236}">
                  <a16:creationId xmlns:a16="http://schemas.microsoft.com/office/drawing/2014/main" id="{6C170652-24C2-40BE-012C-7DE966C52851}"/>
                </a:ext>
              </a:extLst>
            </p:cNvPr>
            <p:cNvSpPr/>
            <p:nvPr/>
          </p:nvSpPr>
          <p:spPr>
            <a:xfrm>
              <a:off x="4838186" y="3235882"/>
              <a:ext cx="256480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s-ES" sz="10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tanh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cxnSp>
          <p:nvCxnSpPr>
            <p:cNvPr id="318" name="Conector: angular 317">
              <a:extLst>
                <a:ext uri="{FF2B5EF4-FFF2-40B4-BE49-F238E27FC236}">
                  <a16:creationId xmlns:a16="http://schemas.microsoft.com/office/drawing/2014/main" id="{052DC8A3-2909-839E-9241-2EEC617AF001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5007569" y="3527425"/>
              <a:ext cx="158532" cy="621296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ector: angular 318">
              <a:extLst>
                <a:ext uri="{FF2B5EF4-FFF2-40B4-BE49-F238E27FC236}">
                  <a16:creationId xmlns:a16="http://schemas.microsoft.com/office/drawing/2014/main" id="{2C3909BC-8E5D-DE00-C889-040D0EF889DA}"/>
                </a:ext>
              </a:extLst>
            </p:cNvPr>
            <p:cNvCxnSpPr>
              <a:cxnSpLocks/>
              <a:endCxn id="314" idx="1"/>
            </p:cNvCxnSpPr>
            <p:nvPr/>
          </p:nvCxnSpPr>
          <p:spPr>
            <a:xfrm rot="16200000" flipH="1">
              <a:off x="3671065" y="3388351"/>
              <a:ext cx="1027043" cy="66108"/>
            </a:xfrm>
            <a:prstGeom prst="bentConnector2">
              <a:avLst/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ector: angular 319">
              <a:extLst>
                <a:ext uri="{FF2B5EF4-FFF2-40B4-BE49-F238E27FC236}">
                  <a16:creationId xmlns:a16="http://schemas.microsoft.com/office/drawing/2014/main" id="{7A56C8B9-AAFF-6EF4-262F-0780DF2CF34A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 flipV="1">
              <a:off x="3929140" y="3531368"/>
              <a:ext cx="784789" cy="404648"/>
            </a:xfrm>
            <a:prstGeom prst="bentConnector3">
              <a:avLst>
                <a:gd name="adj1" fmla="val 78667"/>
              </a:avLst>
            </a:prstGeom>
            <a:ln w="12700">
              <a:solidFill>
                <a:schemeClr val="accent6">
                  <a:lumMod val="40000"/>
                  <a:lumOff val="60000"/>
                </a:schemeClr>
              </a:solidFill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Rectángulo 320">
              <a:extLst>
                <a:ext uri="{FF2B5EF4-FFF2-40B4-BE49-F238E27FC236}">
                  <a16:creationId xmlns:a16="http://schemas.microsoft.com/office/drawing/2014/main" id="{D3B411F3-F150-F9DE-84F4-F80DC07F3E6B}"/>
                </a:ext>
              </a:extLst>
            </p:cNvPr>
            <p:cNvSpPr/>
            <p:nvPr/>
          </p:nvSpPr>
          <p:spPr>
            <a:xfrm>
              <a:off x="4509094" y="3654795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322" name="Rectángulo 321">
              <a:extLst>
                <a:ext uri="{FF2B5EF4-FFF2-40B4-BE49-F238E27FC236}">
                  <a16:creationId xmlns:a16="http://schemas.microsoft.com/office/drawing/2014/main" id="{B8BF1233-9C3B-299A-0708-FC7DC2CA2E1F}"/>
                </a:ext>
              </a:extLst>
            </p:cNvPr>
            <p:cNvSpPr/>
            <p:nvPr/>
          </p:nvSpPr>
          <p:spPr>
            <a:xfrm>
              <a:off x="4306449" y="3647101"/>
              <a:ext cx="76944" cy="153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l-GR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rPr>
                <a:t>σ</a:t>
              </a:r>
              <a:endParaRPr lang="en-GB" sz="1000" dirty="0">
                <a:solidFill>
                  <a:schemeClr val="accent6">
                    <a:lumMod val="40000"/>
                    <a:lumOff val="60000"/>
                  </a:schemeClr>
                </a:solidFill>
                <a:latin typeface="Palatino Linotype" panose="02040502050505030304" pitchFamily="18" charset="0"/>
              </a:endParaRPr>
            </a:p>
          </p:txBody>
        </p:sp>
      </p:grp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8A5C6FCF-F36F-0676-D7C7-173329D40D8D}"/>
              </a:ext>
            </a:extLst>
          </p:cNvPr>
          <p:cNvSpPr txBox="1"/>
          <p:nvPr/>
        </p:nvSpPr>
        <p:spPr>
          <a:xfrm>
            <a:off x="54327" y="1173786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Atributos estáticos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BADC4EAC-50FC-CDFF-4D84-D8D35DE828C4}"/>
              </a:ext>
            </a:extLst>
          </p:cNvPr>
          <p:cNvSpPr txBox="1"/>
          <p:nvPr/>
        </p:nvSpPr>
        <p:spPr>
          <a:xfrm>
            <a:off x="54327" y="1585197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Entradas dinámicas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553DC19E-A208-0F49-D2D9-C7F8A19B179E}"/>
              </a:ext>
            </a:extLst>
          </p:cNvPr>
          <p:cNvSpPr txBox="1"/>
          <p:nvPr/>
        </p:nvSpPr>
        <p:spPr>
          <a:xfrm>
            <a:off x="54327" y="2540520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LSTM (365)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E5993F55-17F8-61A4-6C7E-F7561D0FE48B}"/>
              </a:ext>
            </a:extLst>
          </p:cNvPr>
          <p:cNvSpPr txBox="1"/>
          <p:nvPr/>
        </p:nvSpPr>
        <p:spPr>
          <a:xfrm>
            <a:off x="54324" y="3792904"/>
            <a:ext cx="216171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FC (128)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6C7FEC29-699D-F6BA-98C0-A8175D3C6D2A}"/>
              </a:ext>
            </a:extLst>
          </p:cNvPr>
          <p:cNvSpPr txBox="1"/>
          <p:nvPr/>
        </p:nvSpPr>
        <p:spPr>
          <a:xfrm>
            <a:off x="54324" y="4471228"/>
            <a:ext cx="11546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" dirty="0">
                <a:latin typeface="Palatino Linotype" panose="02040502050505030304" pitchFamily="18" charset="0"/>
              </a:rPr>
              <a:t>Predicción</a:t>
            </a:r>
            <a:endParaRPr lang="en-GB" dirty="0">
              <a:latin typeface="Palatino Linotype" panose="0204050205050503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32448E-6502-64F3-9AC4-9ED7E5279361}"/>
              </a:ext>
            </a:extLst>
          </p:cNvPr>
          <p:cNvSpPr/>
          <p:nvPr/>
        </p:nvSpPr>
        <p:spPr>
          <a:xfrm>
            <a:off x="9758680" y="2973121"/>
            <a:ext cx="116840" cy="3535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: esquinas redondeadas 299">
            <a:extLst>
              <a:ext uri="{FF2B5EF4-FFF2-40B4-BE49-F238E27FC236}">
                <a16:creationId xmlns:a16="http://schemas.microsoft.com/office/drawing/2014/main" id="{4886A1E8-C2A7-128A-D5AE-3418520C23A9}"/>
              </a:ext>
            </a:extLst>
          </p:cNvPr>
          <p:cNvSpPr/>
          <p:nvPr/>
        </p:nvSpPr>
        <p:spPr>
          <a:xfrm rot="5400000">
            <a:off x="5955600" y="2487458"/>
            <a:ext cx="280800" cy="288000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" name="Conector recto de flecha 297">
            <a:extLst>
              <a:ext uri="{FF2B5EF4-FFF2-40B4-BE49-F238E27FC236}">
                <a16:creationId xmlns:a16="http://schemas.microsoft.com/office/drawing/2014/main" id="{8F02B474-5301-00F8-ED8F-549726D444EC}"/>
              </a:ext>
            </a:extLst>
          </p:cNvPr>
          <p:cNvCxnSpPr>
            <a:cxnSpLocks/>
            <a:stCxn id="2" idx="3"/>
            <a:endCxn id="49" idx="0"/>
          </p:cNvCxnSpPr>
          <p:nvPr/>
        </p:nvCxnSpPr>
        <p:spPr>
          <a:xfrm>
            <a:off x="6096000" y="4067858"/>
            <a:ext cx="0" cy="28699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1431012-CE3E-9ED9-B7C0-5D0D9B37DF38}"/>
              </a:ext>
            </a:extLst>
          </p:cNvPr>
          <p:cNvCxnSpPr>
            <a:cxnSpLocks/>
            <a:stCxn id="39" idx="2"/>
            <a:endCxn id="2" idx="1"/>
          </p:cNvCxnSpPr>
          <p:nvPr/>
        </p:nvCxnSpPr>
        <p:spPr>
          <a:xfrm rot="5400000">
            <a:off x="7726375" y="1696333"/>
            <a:ext cx="460350" cy="3721100"/>
          </a:xfrm>
          <a:prstGeom prst="bentConnector5">
            <a:avLst>
              <a:gd name="adj1" fmla="val 49658"/>
              <a:gd name="adj2" fmla="val 48898"/>
              <a:gd name="adj3" fmla="val 50342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0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Conector recto de flecha 100">
            <a:extLst>
              <a:ext uri="{FF2B5EF4-FFF2-40B4-BE49-F238E27FC236}">
                <a16:creationId xmlns:a16="http://schemas.microsoft.com/office/drawing/2014/main" id="{19A0A9F2-8D8E-621B-92D0-8CA26A0CBA1A}"/>
              </a:ext>
            </a:extLst>
          </p:cNvPr>
          <p:cNvCxnSpPr>
            <a:cxnSpLocks/>
            <a:stCxn id="64" idx="2"/>
            <a:endCxn id="7" idx="0"/>
          </p:cNvCxnSpPr>
          <p:nvPr/>
        </p:nvCxnSpPr>
        <p:spPr>
          <a:xfrm>
            <a:off x="10571688" y="1557232"/>
            <a:ext cx="10448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46CB1EB7-A2F2-DD06-E2E8-1B9E61D8C363}"/>
              </a:ext>
            </a:extLst>
          </p:cNvPr>
          <p:cNvCxnSpPr>
            <a:cxnSpLocks/>
            <a:stCxn id="62" idx="2"/>
            <a:endCxn id="6" idx="0"/>
          </p:cNvCxnSpPr>
          <p:nvPr/>
        </p:nvCxnSpPr>
        <p:spPr>
          <a:xfrm>
            <a:off x="8404546" y="1557232"/>
            <a:ext cx="14012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E9042615-3938-BB2F-1AF0-E46650B9EC6A}"/>
              </a:ext>
            </a:extLst>
          </p:cNvPr>
          <p:cNvCxnSpPr>
            <a:cxnSpLocks/>
            <a:stCxn id="60" idx="2"/>
            <a:endCxn id="5" idx="0"/>
          </p:cNvCxnSpPr>
          <p:nvPr/>
        </p:nvCxnSpPr>
        <p:spPr>
          <a:xfrm>
            <a:off x="6246831" y="1557232"/>
            <a:ext cx="0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B9FF5804-88F4-415A-B42B-EF2E5F63ACFB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>
            <a:off x="2649116" y="1557232"/>
            <a:ext cx="0" cy="63748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41ABBE8-7A53-1544-0768-A6FB274DEAB4}"/>
              </a:ext>
            </a:extLst>
          </p:cNvPr>
          <p:cNvSpPr>
            <a:spLocks noChangeAspect="1"/>
          </p:cNvSpPr>
          <p:nvPr/>
        </p:nvSpPr>
        <p:spPr>
          <a:xfrm>
            <a:off x="1929116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13AF9A9-B331-623A-52DF-435053BFCE90}"/>
              </a:ext>
            </a:extLst>
          </p:cNvPr>
          <p:cNvSpPr>
            <a:spLocks noChangeAspect="1"/>
          </p:cNvSpPr>
          <p:nvPr/>
        </p:nvSpPr>
        <p:spPr>
          <a:xfrm>
            <a:off x="5526831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3EA244-43CE-3643-2C60-1063EFA604E9}"/>
              </a:ext>
            </a:extLst>
          </p:cNvPr>
          <p:cNvSpPr>
            <a:spLocks noChangeAspect="1"/>
          </p:cNvSpPr>
          <p:nvPr/>
        </p:nvSpPr>
        <p:spPr>
          <a:xfrm>
            <a:off x="7698558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AFCCDE8-4077-34F3-6A97-0C0E35A858B7}"/>
              </a:ext>
            </a:extLst>
          </p:cNvPr>
          <p:cNvSpPr>
            <a:spLocks noChangeAspect="1"/>
          </p:cNvSpPr>
          <p:nvPr/>
        </p:nvSpPr>
        <p:spPr>
          <a:xfrm>
            <a:off x="9862136" y="2194714"/>
            <a:ext cx="1440000" cy="1234286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5AB0D08-F4EE-A10E-B934-4FC135AE5D54}"/>
              </a:ext>
            </a:extLst>
          </p:cNvPr>
          <p:cNvSpPr>
            <a:spLocks noChangeAspect="1"/>
          </p:cNvSpPr>
          <p:nvPr/>
        </p:nvSpPr>
        <p:spPr>
          <a:xfrm>
            <a:off x="1929116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t-365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A140694-948A-7BA6-D901-343077A6EA29}"/>
              </a:ext>
            </a:extLst>
          </p:cNvPr>
          <p:cNvSpPr>
            <a:spLocks noChangeAspect="1"/>
          </p:cNvSpPr>
          <p:nvPr/>
        </p:nvSpPr>
        <p:spPr>
          <a:xfrm>
            <a:off x="1929116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CF22A0B-5D89-21BB-9A0C-3B1473D280D9}"/>
              </a:ext>
            </a:extLst>
          </p:cNvPr>
          <p:cNvSpPr>
            <a:spLocks noChangeAspect="1"/>
          </p:cNvSpPr>
          <p:nvPr/>
        </p:nvSpPr>
        <p:spPr>
          <a:xfrm>
            <a:off x="3497346" y="414277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22A0B9EC-D66C-839C-4BA4-63C789843E6C}"/>
              </a:ext>
            </a:extLst>
          </p:cNvPr>
          <p:cNvSpPr>
            <a:spLocks noChangeAspect="1"/>
          </p:cNvSpPr>
          <p:nvPr/>
        </p:nvSpPr>
        <p:spPr>
          <a:xfrm>
            <a:off x="7076322" y="414277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B2F562A-C82A-75FA-5946-4EF2D43375EC}"/>
              </a:ext>
            </a:extLst>
          </p:cNvPr>
          <p:cNvSpPr>
            <a:spLocks noChangeAspect="1"/>
          </p:cNvSpPr>
          <p:nvPr/>
        </p:nvSpPr>
        <p:spPr>
          <a:xfrm>
            <a:off x="9231851" y="414277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524D167-5172-77C1-4B9C-26F861303BC8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7346322" y="3429000"/>
            <a:ext cx="1072236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6526655-92A3-58CD-1316-F5661100CF6A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6246831" y="3429000"/>
            <a:ext cx="1099491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2CE5ADE-9623-EC93-43D1-C6B49D404618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6246831" y="3429000"/>
            <a:ext cx="3255020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D99BBDA-2954-6EA9-C198-2BD6A70FF171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flipH="1">
            <a:off x="3767346" y="3429000"/>
            <a:ext cx="2479485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61F01D7-6501-E3D1-13B2-231127F2D99D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3767346" y="3429000"/>
            <a:ext cx="4651212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AC415AB-36A7-906C-7408-AB38D11CCFEC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418558" y="3429000"/>
            <a:ext cx="1083293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028A87C-5C32-A326-D3E5-E6BD14545AE0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2649116" y="3429000"/>
            <a:ext cx="1118230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24D2CFA8-391A-9D40-A3C0-B5271CD01F6F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2649116" y="3429000"/>
            <a:ext cx="4697206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1DEBD27C-9AC2-3F85-91E8-4F5E48A2A4E6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2649116" y="3429000"/>
            <a:ext cx="6852735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03A96C41-EC21-637E-DC1E-3A1CFAC716F9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9501851" y="3429000"/>
            <a:ext cx="1080285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8C8727B3-9DC1-CDD8-13DD-470243E5D4A3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flipH="1">
            <a:off x="7346322" y="3429000"/>
            <a:ext cx="3235814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F1173E1-F3CA-2795-D94E-620A5455306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3767346" y="3429000"/>
            <a:ext cx="6814790" cy="71377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1F2EE239-4056-2B70-FFD9-60E1FF1200CF}"/>
              </a:ext>
            </a:extLst>
          </p:cNvPr>
          <p:cNvSpPr>
            <a:spLocks noChangeAspect="1"/>
          </p:cNvSpPr>
          <p:nvPr/>
        </p:nvSpPr>
        <p:spPr>
          <a:xfrm>
            <a:off x="7076322" y="524727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F0BC3D1D-F6DD-AA59-DB56-972402EB47FC}"/>
              </a:ext>
            </a:extLst>
          </p:cNvPr>
          <p:cNvCxnSpPr>
            <a:cxnSpLocks/>
            <a:stCxn id="10" idx="4"/>
            <a:endCxn id="49" idx="0"/>
          </p:cNvCxnSpPr>
          <p:nvPr/>
        </p:nvCxnSpPr>
        <p:spPr>
          <a:xfrm>
            <a:off x="3767346" y="4682770"/>
            <a:ext cx="3578976" cy="56450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CFC2A327-0190-45CC-3888-7C9CA68DD7D4}"/>
              </a:ext>
            </a:extLst>
          </p:cNvPr>
          <p:cNvCxnSpPr>
            <a:cxnSpLocks/>
            <a:stCxn id="11" idx="4"/>
            <a:endCxn id="49" idx="0"/>
          </p:cNvCxnSpPr>
          <p:nvPr/>
        </p:nvCxnSpPr>
        <p:spPr>
          <a:xfrm>
            <a:off x="7346322" y="4682770"/>
            <a:ext cx="0" cy="56450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C4F025DF-00EB-4F30-2F23-C3AD735B8FE0}"/>
              </a:ext>
            </a:extLst>
          </p:cNvPr>
          <p:cNvCxnSpPr>
            <a:cxnSpLocks/>
            <a:stCxn id="12" idx="4"/>
            <a:endCxn id="49" idx="0"/>
          </p:cNvCxnSpPr>
          <p:nvPr/>
        </p:nvCxnSpPr>
        <p:spPr>
          <a:xfrm flipH="1">
            <a:off x="7346322" y="4682770"/>
            <a:ext cx="2155529" cy="56450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F8C5F985-CD1B-F794-B07D-F6DB876F4BED}"/>
              </a:ext>
            </a:extLst>
          </p:cNvPr>
          <p:cNvSpPr>
            <a:spLocks noChangeAspect="1"/>
          </p:cNvSpPr>
          <p:nvPr/>
        </p:nvSpPr>
        <p:spPr>
          <a:xfrm>
            <a:off x="5526831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t-2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91CAC408-B247-B667-9DCE-0D23ACEA5AB6}"/>
              </a:ext>
            </a:extLst>
          </p:cNvPr>
          <p:cNvSpPr>
            <a:spLocks noChangeAspect="1"/>
          </p:cNvSpPr>
          <p:nvPr/>
        </p:nvSpPr>
        <p:spPr>
          <a:xfrm>
            <a:off x="5526831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89636332-4149-4C46-D9BC-989B805E8DF0}"/>
              </a:ext>
            </a:extLst>
          </p:cNvPr>
          <p:cNvSpPr>
            <a:spLocks noChangeAspect="1"/>
          </p:cNvSpPr>
          <p:nvPr/>
        </p:nvSpPr>
        <p:spPr>
          <a:xfrm>
            <a:off x="7684546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AA60206C-F59C-FF08-535E-9339E01E5073}"/>
              </a:ext>
            </a:extLst>
          </p:cNvPr>
          <p:cNvSpPr>
            <a:spLocks noChangeAspect="1"/>
          </p:cNvSpPr>
          <p:nvPr/>
        </p:nvSpPr>
        <p:spPr>
          <a:xfrm>
            <a:off x="7684546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9B141FE7-9F7F-7884-B73B-B9132AFCBDFD}"/>
              </a:ext>
            </a:extLst>
          </p:cNvPr>
          <p:cNvSpPr>
            <a:spLocks noChangeAspect="1"/>
          </p:cNvSpPr>
          <p:nvPr/>
        </p:nvSpPr>
        <p:spPr>
          <a:xfrm>
            <a:off x="9842261" y="170625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</a:t>
            </a:r>
            <a:r>
              <a:rPr lang="es-ES" baseline="-25000" dirty="0">
                <a:solidFill>
                  <a:schemeClr val="tx1"/>
                </a:solidFill>
                <a:latin typeface="Palatino Linotype" panose="02040502050505030304" pitchFamily="18" charset="0"/>
              </a:rPr>
              <a:t>, t-1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A9D454C3-AA51-0084-2384-FE181817B7EC}"/>
              </a:ext>
            </a:extLst>
          </p:cNvPr>
          <p:cNvSpPr>
            <a:spLocks noChangeAspect="1"/>
          </p:cNvSpPr>
          <p:nvPr/>
        </p:nvSpPr>
        <p:spPr>
          <a:xfrm>
            <a:off x="9851688" y="12752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CDE516F0-6ED4-8922-B7DA-BCDC9572E3F7}"/>
              </a:ext>
            </a:extLst>
          </p:cNvPr>
          <p:cNvGrpSpPr/>
          <p:nvPr/>
        </p:nvGrpSpPr>
        <p:grpSpPr>
          <a:xfrm>
            <a:off x="5324669" y="436777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DBF5E379-4092-76B8-3B14-BAB804759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D88BB408-EDDE-C548-075F-954E97ED88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66DE202-08B6-7F3D-0424-D9F270CA9A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0851EFF6-2F8B-96C4-5BD4-9940914A6EF9}"/>
              </a:ext>
            </a:extLst>
          </p:cNvPr>
          <p:cNvGrpSpPr/>
          <p:nvPr/>
        </p:nvGrpSpPr>
        <p:grpSpPr>
          <a:xfrm>
            <a:off x="4247028" y="2799408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8167A547-D175-1EF8-EF1D-CFE35D0DA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3F8D7476-D6CB-778A-8CC2-08D1FA3F01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E5747B4C-4EBA-1D6B-9216-159D3D59FD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9E2C294-68F3-9744-9D9B-14F15781D96E}"/>
              </a:ext>
            </a:extLst>
          </p:cNvPr>
          <p:cNvGrpSpPr/>
          <p:nvPr/>
        </p:nvGrpSpPr>
        <p:grpSpPr>
          <a:xfrm>
            <a:off x="4247028" y="1802260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85531F15-D645-1A35-9332-5A558333E0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017591C8-BA74-760E-A9DB-E387E4C52A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193DFD9B-D306-FB13-41FB-D67936CBB9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23AC2686-E498-040C-D11B-9C02E481D6FA}"/>
              </a:ext>
            </a:extLst>
          </p:cNvPr>
          <p:cNvGrpSpPr/>
          <p:nvPr/>
        </p:nvGrpSpPr>
        <p:grpSpPr>
          <a:xfrm>
            <a:off x="4247028" y="1371223"/>
            <a:ext cx="404324" cy="90000"/>
            <a:chOff x="4285820" y="4349950"/>
            <a:chExt cx="404324" cy="900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A7EA80C8-B54D-8466-A449-D6537CD18E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85820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B09D3F96-ED07-D02A-D438-1DFD84CD57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42982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A8BBA9E4-3E0F-C2CA-27FE-29D5ED78A7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0144" y="4349950"/>
              <a:ext cx="90000" cy="9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A1947631-DAD4-616C-9CFE-008DD4C8407A}"/>
              </a:ext>
            </a:extLst>
          </p:cNvPr>
          <p:cNvCxnSpPr>
            <a:cxnSpLocks/>
          </p:cNvCxnSpPr>
          <p:nvPr/>
        </p:nvCxnSpPr>
        <p:spPr>
          <a:xfrm>
            <a:off x="6976614" y="2441459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516D074D-8A58-E95B-C546-A9D99328D4D5}"/>
              </a:ext>
            </a:extLst>
          </p:cNvPr>
          <p:cNvCxnSpPr>
            <a:cxnSpLocks/>
          </p:cNvCxnSpPr>
          <p:nvPr/>
        </p:nvCxnSpPr>
        <p:spPr>
          <a:xfrm>
            <a:off x="6985350" y="3206602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95B73A8A-46EC-80AB-CE17-C2CECCF6CF29}"/>
              </a:ext>
            </a:extLst>
          </p:cNvPr>
          <p:cNvCxnSpPr>
            <a:cxnSpLocks/>
          </p:cNvCxnSpPr>
          <p:nvPr/>
        </p:nvCxnSpPr>
        <p:spPr>
          <a:xfrm>
            <a:off x="9138558" y="3190808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>
            <a:extLst>
              <a:ext uri="{FF2B5EF4-FFF2-40B4-BE49-F238E27FC236}">
                <a16:creationId xmlns:a16="http://schemas.microsoft.com/office/drawing/2014/main" id="{6493D087-6896-0AFB-FD4F-D8146730FF1C}"/>
              </a:ext>
            </a:extLst>
          </p:cNvPr>
          <p:cNvCxnSpPr>
            <a:cxnSpLocks/>
          </p:cNvCxnSpPr>
          <p:nvPr/>
        </p:nvCxnSpPr>
        <p:spPr>
          <a:xfrm>
            <a:off x="9138558" y="2441459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193FE5A5-7452-349A-10BD-736843650BCB}"/>
              </a:ext>
            </a:extLst>
          </p:cNvPr>
          <p:cNvCxnSpPr>
            <a:cxnSpLocks/>
          </p:cNvCxnSpPr>
          <p:nvPr/>
        </p:nvCxnSpPr>
        <p:spPr>
          <a:xfrm>
            <a:off x="3369116" y="2433520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4105A98F-0DD3-ED3B-43EB-9CF2806ED568}"/>
              </a:ext>
            </a:extLst>
          </p:cNvPr>
          <p:cNvCxnSpPr>
            <a:cxnSpLocks/>
          </p:cNvCxnSpPr>
          <p:nvPr/>
        </p:nvCxnSpPr>
        <p:spPr>
          <a:xfrm>
            <a:off x="3377852" y="3198663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06CF7AAF-9B4D-AE7A-3CE6-2056C488FE57}"/>
              </a:ext>
            </a:extLst>
          </p:cNvPr>
          <p:cNvCxnSpPr>
            <a:cxnSpLocks/>
          </p:cNvCxnSpPr>
          <p:nvPr/>
        </p:nvCxnSpPr>
        <p:spPr>
          <a:xfrm>
            <a:off x="4804887" y="2441459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C794451B-502D-423D-AB4B-FBF859E224E3}"/>
              </a:ext>
            </a:extLst>
          </p:cNvPr>
          <p:cNvCxnSpPr>
            <a:cxnSpLocks/>
          </p:cNvCxnSpPr>
          <p:nvPr/>
        </p:nvCxnSpPr>
        <p:spPr>
          <a:xfrm>
            <a:off x="4813623" y="3206602"/>
            <a:ext cx="721944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986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364</Words>
  <Application>Microsoft Office PowerPoint</Application>
  <PresentationFormat>Widescreen</PresentationFormat>
  <Paragraphs>262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Palatino Linotype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casadoj@unican.es</dc:creator>
  <cp:lastModifiedBy>Jesus Casado</cp:lastModifiedBy>
  <cp:revision>5</cp:revision>
  <dcterms:created xsi:type="dcterms:W3CDTF">2023-09-19T17:21:56Z</dcterms:created>
  <dcterms:modified xsi:type="dcterms:W3CDTF">2026-01-05T16:39:35Z</dcterms:modified>
</cp:coreProperties>
</file>